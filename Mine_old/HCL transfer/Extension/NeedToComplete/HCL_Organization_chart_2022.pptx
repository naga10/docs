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28316-704B-4557-AEAB-0D184A16318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E98246-13E7-402D-98ED-18C3C52B25FB}">
      <dgm:prSet phldrT="[Text]" custT="1"/>
      <dgm:spPr/>
      <dgm:t>
        <a:bodyPr/>
        <a:lstStyle/>
        <a:p>
          <a:r>
            <a:rPr lang="en-US" sz="1100" b="1" dirty="0"/>
            <a:t>Shiv Nadar</a:t>
          </a:r>
          <a:endParaRPr lang="en-US" sz="1100" dirty="0"/>
        </a:p>
        <a:p>
          <a:r>
            <a:rPr lang="en-US" sz="1100" b="1" dirty="0"/>
            <a:t>Chairman &amp; Chief Strategy Officer</a:t>
          </a:r>
          <a:endParaRPr lang="en-US" sz="1100" dirty="0"/>
        </a:p>
      </dgm:t>
    </dgm:pt>
    <dgm:pt modelId="{96C1C0BB-8A58-470B-BE6A-6F5E1208F134}" type="parTrans" cxnId="{47A28CDA-B1FE-46A2-B4F3-7A29BD793E58}">
      <dgm:prSet/>
      <dgm:spPr/>
      <dgm:t>
        <a:bodyPr/>
        <a:lstStyle/>
        <a:p>
          <a:endParaRPr lang="en-US" sz="2800"/>
        </a:p>
      </dgm:t>
    </dgm:pt>
    <dgm:pt modelId="{2568DA71-EA4E-478C-934C-6C21EB17CF8F}" type="sibTrans" cxnId="{47A28CDA-B1FE-46A2-B4F3-7A29BD793E58}">
      <dgm:prSet/>
      <dgm:spPr/>
      <dgm:t>
        <a:bodyPr/>
        <a:lstStyle/>
        <a:p>
          <a:endParaRPr lang="en-US" sz="2800"/>
        </a:p>
      </dgm:t>
    </dgm:pt>
    <dgm:pt modelId="{E4407A41-E388-4A79-9A1C-A18E9712E1F1}">
      <dgm:prSet phldrT="[Text]" custT="1"/>
      <dgm:spPr/>
      <dgm:t>
        <a:bodyPr/>
        <a:lstStyle/>
        <a:p>
          <a:r>
            <a:rPr lang="en-US" sz="1000" b="1" dirty="0"/>
            <a:t>C Vijay Kumar</a:t>
          </a:r>
          <a:endParaRPr lang="en-US" sz="1000" dirty="0"/>
        </a:p>
        <a:p>
          <a:r>
            <a:rPr lang="en-US" sz="1000" b="1" dirty="0"/>
            <a:t>PRESIDENT AND CHIEF EXECUTIVE OFFICER</a:t>
          </a:r>
          <a:endParaRPr lang="en-US" sz="1000" dirty="0"/>
        </a:p>
      </dgm:t>
    </dgm:pt>
    <dgm:pt modelId="{28F6C1E6-D4F3-4DDA-B121-540316F612D1}" type="parTrans" cxnId="{519C88E6-66B9-489D-BD5F-B202E653A3AF}">
      <dgm:prSet/>
      <dgm:spPr/>
      <dgm:t>
        <a:bodyPr/>
        <a:lstStyle/>
        <a:p>
          <a:endParaRPr lang="en-US" sz="2800"/>
        </a:p>
      </dgm:t>
    </dgm:pt>
    <dgm:pt modelId="{7DE3FEB3-D302-4A00-879B-85756068C5B3}" type="sibTrans" cxnId="{519C88E6-66B9-489D-BD5F-B202E653A3AF}">
      <dgm:prSet/>
      <dgm:spPr/>
      <dgm:t>
        <a:bodyPr/>
        <a:lstStyle/>
        <a:p>
          <a:endParaRPr lang="en-US" sz="2800"/>
        </a:p>
      </dgm:t>
    </dgm:pt>
    <dgm:pt modelId="{07DFDBB7-853C-46F1-B4C5-3C2A181000BA}">
      <dgm:prSet custT="1"/>
      <dgm:spPr/>
      <dgm:t>
        <a:bodyPr/>
        <a:lstStyle/>
        <a:p>
          <a:r>
            <a:rPr lang="en-US" sz="1100" dirty="0"/>
            <a:t>L1 Head (Name and Designation)</a:t>
          </a:r>
        </a:p>
      </dgm:t>
    </dgm:pt>
    <dgm:pt modelId="{662CE45E-ABCA-4298-ACD3-39F5623F2C37}" type="parTrans" cxnId="{18E11EAD-F077-4DC9-BCD0-21591ED29285}">
      <dgm:prSet/>
      <dgm:spPr/>
      <dgm:t>
        <a:bodyPr/>
        <a:lstStyle/>
        <a:p>
          <a:endParaRPr lang="en-US" sz="2800"/>
        </a:p>
      </dgm:t>
    </dgm:pt>
    <dgm:pt modelId="{77ED2F04-B950-4218-8550-FC2ECF11AEC6}" type="sibTrans" cxnId="{18E11EAD-F077-4DC9-BCD0-21591ED29285}">
      <dgm:prSet/>
      <dgm:spPr/>
      <dgm:t>
        <a:bodyPr/>
        <a:lstStyle/>
        <a:p>
          <a:endParaRPr lang="en-US" sz="2800"/>
        </a:p>
      </dgm:t>
    </dgm:pt>
    <dgm:pt modelId="{1C3695AB-067F-4A85-B5D1-89EB9FED3B6D}">
      <dgm:prSet custT="1"/>
      <dgm:spPr/>
      <dgm:t>
        <a:bodyPr/>
        <a:lstStyle/>
        <a:p>
          <a:r>
            <a:rPr lang="en-US" sz="1100" dirty="0"/>
            <a:t>L1 Head (Name and Designation)</a:t>
          </a:r>
        </a:p>
      </dgm:t>
    </dgm:pt>
    <dgm:pt modelId="{D5E504A3-EA3A-4EDE-A21C-50282F133D9F}" type="parTrans" cxnId="{A7EBC435-7984-40BB-9ED6-7B259FB32F88}">
      <dgm:prSet/>
      <dgm:spPr/>
      <dgm:t>
        <a:bodyPr/>
        <a:lstStyle/>
        <a:p>
          <a:endParaRPr lang="en-US" sz="2800"/>
        </a:p>
      </dgm:t>
    </dgm:pt>
    <dgm:pt modelId="{E8F57AC3-860C-4BB2-841F-EDC46F63C5A2}" type="sibTrans" cxnId="{A7EBC435-7984-40BB-9ED6-7B259FB32F88}">
      <dgm:prSet/>
      <dgm:spPr/>
      <dgm:t>
        <a:bodyPr/>
        <a:lstStyle/>
        <a:p>
          <a:endParaRPr lang="en-US" sz="2800"/>
        </a:p>
      </dgm:t>
    </dgm:pt>
    <dgm:pt modelId="{DCCBACCF-51C7-4098-BEBF-A62AAD531B0E}">
      <dgm:prSet custT="1"/>
      <dgm:spPr/>
      <dgm:t>
        <a:bodyPr/>
        <a:lstStyle/>
        <a:p>
          <a:r>
            <a:rPr lang="en-US" sz="1100" dirty="0"/>
            <a:t>L1 Head (Name and Designation)</a:t>
          </a:r>
        </a:p>
      </dgm:t>
    </dgm:pt>
    <dgm:pt modelId="{86AAE7ED-19EF-4637-9E33-5AF9CE412C4A}" type="parTrans" cxnId="{FFA713FC-D98A-40F8-8453-7796A6A0A494}">
      <dgm:prSet/>
      <dgm:spPr/>
      <dgm:t>
        <a:bodyPr/>
        <a:lstStyle/>
        <a:p>
          <a:endParaRPr lang="en-US" sz="2800"/>
        </a:p>
      </dgm:t>
    </dgm:pt>
    <dgm:pt modelId="{D5F51661-CB43-4B9D-A833-2A4037B846AD}" type="sibTrans" cxnId="{FFA713FC-D98A-40F8-8453-7796A6A0A494}">
      <dgm:prSet/>
      <dgm:spPr/>
      <dgm:t>
        <a:bodyPr/>
        <a:lstStyle/>
        <a:p>
          <a:endParaRPr lang="en-US" sz="2800"/>
        </a:p>
      </dgm:t>
    </dgm:pt>
    <dgm:pt modelId="{F3658174-3AD2-4D80-A839-A344CF592BFC}">
      <dgm:prSet custT="1"/>
      <dgm:spPr/>
      <dgm:t>
        <a:bodyPr/>
        <a:lstStyle/>
        <a:p>
          <a:r>
            <a:rPr lang="en-US" sz="1100" dirty="0"/>
            <a:t>L1 Head (Name and Designation)</a:t>
          </a:r>
        </a:p>
      </dgm:t>
    </dgm:pt>
    <dgm:pt modelId="{6480C93F-F559-49E5-AC47-1059FC984BFD}" type="parTrans" cxnId="{92B6EE44-1107-49DF-B5E7-D519BE4D6D7E}">
      <dgm:prSet/>
      <dgm:spPr/>
      <dgm:t>
        <a:bodyPr/>
        <a:lstStyle/>
        <a:p>
          <a:endParaRPr lang="en-US" sz="2800"/>
        </a:p>
      </dgm:t>
    </dgm:pt>
    <dgm:pt modelId="{2C3BD9E3-A814-424F-8D04-C12C038A1992}" type="sibTrans" cxnId="{92B6EE44-1107-49DF-B5E7-D519BE4D6D7E}">
      <dgm:prSet/>
      <dgm:spPr/>
      <dgm:t>
        <a:bodyPr/>
        <a:lstStyle/>
        <a:p>
          <a:endParaRPr lang="en-US" sz="2800"/>
        </a:p>
      </dgm:t>
    </dgm:pt>
    <dgm:pt modelId="{E1C140C8-36D5-4C9F-8CDB-1ED926879E86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E8979FEA-DE69-4956-9C59-F441477F5A09}" type="parTrans" cxnId="{C54A60E0-E5B7-4083-89B3-19F056C94223}">
      <dgm:prSet/>
      <dgm:spPr/>
      <dgm:t>
        <a:bodyPr/>
        <a:lstStyle/>
        <a:p>
          <a:endParaRPr lang="en-US" sz="2800"/>
        </a:p>
      </dgm:t>
    </dgm:pt>
    <dgm:pt modelId="{AA77436A-754D-49AB-B0ED-2C85FD5B0D20}" type="sibTrans" cxnId="{C54A60E0-E5B7-4083-89B3-19F056C94223}">
      <dgm:prSet/>
      <dgm:spPr/>
      <dgm:t>
        <a:bodyPr/>
        <a:lstStyle/>
        <a:p>
          <a:endParaRPr lang="en-US" sz="2800"/>
        </a:p>
      </dgm:t>
    </dgm:pt>
    <dgm:pt modelId="{55712882-F12E-4BC5-A784-B3A27FC24478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2CB5530B-DA72-4EB6-9FF4-E32AA87A4C33}" type="parTrans" cxnId="{BD725297-FD13-4C40-897E-8361627A44CA}">
      <dgm:prSet/>
      <dgm:spPr/>
      <dgm:t>
        <a:bodyPr/>
        <a:lstStyle/>
        <a:p>
          <a:endParaRPr lang="en-US" sz="2800"/>
        </a:p>
      </dgm:t>
    </dgm:pt>
    <dgm:pt modelId="{22DC3AB4-D2D1-48F5-AEC4-1DE49A19E676}" type="sibTrans" cxnId="{BD725297-FD13-4C40-897E-8361627A44CA}">
      <dgm:prSet/>
      <dgm:spPr/>
      <dgm:t>
        <a:bodyPr/>
        <a:lstStyle/>
        <a:p>
          <a:endParaRPr lang="en-US" sz="2800"/>
        </a:p>
      </dgm:t>
    </dgm:pt>
    <dgm:pt modelId="{B2EB9616-A014-46D4-B865-C4F0FBA90C76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3BB2859C-4E76-4741-AAAD-7915D7409C03}" type="parTrans" cxnId="{F9D7C6E4-ECD9-473F-AC6D-3E93FA67E64F}">
      <dgm:prSet/>
      <dgm:spPr/>
      <dgm:t>
        <a:bodyPr/>
        <a:lstStyle/>
        <a:p>
          <a:endParaRPr lang="en-US" sz="2800"/>
        </a:p>
      </dgm:t>
    </dgm:pt>
    <dgm:pt modelId="{AD73B019-9385-4E13-B28F-27713ACC54C5}" type="sibTrans" cxnId="{F9D7C6E4-ECD9-473F-AC6D-3E93FA67E64F}">
      <dgm:prSet/>
      <dgm:spPr/>
      <dgm:t>
        <a:bodyPr/>
        <a:lstStyle/>
        <a:p>
          <a:endParaRPr lang="en-US" sz="2800"/>
        </a:p>
      </dgm:t>
    </dgm:pt>
    <dgm:pt modelId="{8D3E7718-BB97-4144-858B-953814CF54F8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84F28681-1126-47ED-B4C3-18FC05956AD8}" type="parTrans" cxnId="{8A549F10-7190-48D7-AFA4-0BCCFD6B034F}">
      <dgm:prSet/>
      <dgm:spPr/>
      <dgm:t>
        <a:bodyPr/>
        <a:lstStyle/>
        <a:p>
          <a:endParaRPr lang="en-US" sz="2800"/>
        </a:p>
      </dgm:t>
    </dgm:pt>
    <dgm:pt modelId="{ADC8B073-E5D2-4880-8E8A-B70743E36DD1}" type="sibTrans" cxnId="{8A549F10-7190-48D7-AFA4-0BCCFD6B034F}">
      <dgm:prSet/>
      <dgm:spPr/>
      <dgm:t>
        <a:bodyPr/>
        <a:lstStyle/>
        <a:p>
          <a:endParaRPr lang="en-US" sz="2800"/>
        </a:p>
      </dgm:t>
    </dgm:pt>
    <dgm:pt modelId="{1EC13471-7288-407C-A985-EFA2364BBDF9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1F928108-8DB9-4BA3-A98B-AD42EA99AFD8}" type="parTrans" cxnId="{5E049AFC-8BB3-4998-935A-54636664E554}">
      <dgm:prSet/>
      <dgm:spPr/>
      <dgm:t>
        <a:bodyPr/>
        <a:lstStyle/>
        <a:p>
          <a:endParaRPr lang="en-US" sz="2800"/>
        </a:p>
      </dgm:t>
    </dgm:pt>
    <dgm:pt modelId="{97291806-9189-49AF-805B-B2CD02398936}" type="sibTrans" cxnId="{5E049AFC-8BB3-4998-935A-54636664E554}">
      <dgm:prSet/>
      <dgm:spPr/>
      <dgm:t>
        <a:bodyPr/>
        <a:lstStyle/>
        <a:p>
          <a:endParaRPr lang="en-US" sz="2800"/>
        </a:p>
      </dgm:t>
    </dgm:pt>
    <dgm:pt modelId="{1E3F83BF-0528-4818-9036-B84AD6813924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84139B75-2554-42E6-A4F2-95961158EF89}" type="parTrans" cxnId="{74DEF6D3-99FF-4C20-8876-E2CA60E2FE01}">
      <dgm:prSet/>
      <dgm:spPr/>
      <dgm:t>
        <a:bodyPr/>
        <a:lstStyle/>
        <a:p>
          <a:endParaRPr lang="en-US" sz="2800"/>
        </a:p>
      </dgm:t>
    </dgm:pt>
    <dgm:pt modelId="{58BA671E-58DA-42E4-9A11-D0C9D764E769}" type="sibTrans" cxnId="{74DEF6D3-99FF-4C20-8876-E2CA60E2FE01}">
      <dgm:prSet/>
      <dgm:spPr/>
      <dgm:t>
        <a:bodyPr/>
        <a:lstStyle/>
        <a:p>
          <a:endParaRPr lang="en-US" sz="2800"/>
        </a:p>
      </dgm:t>
    </dgm:pt>
    <dgm:pt modelId="{15D6FC7E-83F9-4523-B020-4E56663F951D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85BE5CDC-DF18-4A24-A33D-5AB64CE82BD8}" type="parTrans" cxnId="{E755A422-3A33-45D3-87FD-0BC568A89655}">
      <dgm:prSet/>
      <dgm:spPr/>
      <dgm:t>
        <a:bodyPr/>
        <a:lstStyle/>
        <a:p>
          <a:endParaRPr lang="en-US" sz="2800"/>
        </a:p>
      </dgm:t>
    </dgm:pt>
    <dgm:pt modelId="{5D8FEE44-19D0-4EF5-B330-972AAD32EB7C}" type="sibTrans" cxnId="{E755A422-3A33-45D3-87FD-0BC568A89655}">
      <dgm:prSet/>
      <dgm:spPr/>
      <dgm:t>
        <a:bodyPr/>
        <a:lstStyle/>
        <a:p>
          <a:endParaRPr lang="en-US" sz="2800"/>
        </a:p>
      </dgm:t>
    </dgm:pt>
    <dgm:pt modelId="{39F00154-CF89-4994-A3EE-3D1C08C36821}">
      <dgm:prSet custT="1"/>
      <dgm:spPr/>
      <dgm:t>
        <a:bodyPr/>
        <a:lstStyle/>
        <a:p>
          <a:r>
            <a:rPr lang="en-US" sz="1100" dirty="0"/>
            <a:t>L2 Head (Name and Designation)</a:t>
          </a:r>
        </a:p>
      </dgm:t>
    </dgm:pt>
    <dgm:pt modelId="{38C891F3-22C2-438D-A97F-69915D317569}" type="parTrans" cxnId="{7FA2C814-BCF5-494E-8C7D-D4B0B19FC3A0}">
      <dgm:prSet/>
      <dgm:spPr/>
      <dgm:t>
        <a:bodyPr/>
        <a:lstStyle/>
        <a:p>
          <a:endParaRPr lang="en-US" sz="2800"/>
        </a:p>
      </dgm:t>
    </dgm:pt>
    <dgm:pt modelId="{317C43F3-5321-42A1-9AA6-B8855C01B54C}" type="sibTrans" cxnId="{7FA2C814-BCF5-494E-8C7D-D4B0B19FC3A0}">
      <dgm:prSet/>
      <dgm:spPr/>
      <dgm:t>
        <a:bodyPr/>
        <a:lstStyle/>
        <a:p>
          <a:endParaRPr lang="en-US" sz="2800"/>
        </a:p>
      </dgm:t>
    </dgm:pt>
    <dgm:pt modelId="{01051A02-1763-483E-B3CB-AD283CE796C3}">
      <dgm:prSet custT="1"/>
      <dgm:spPr/>
      <dgm:t>
        <a:bodyPr/>
        <a:lstStyle/>
        <a:p>
          <a:r>
            <a:rPr lang="en-US" sz="1100" dirty="0"/>
            <a:t>L3 Head (Name and Designation)</a:t>
          </a:r>
        </a:p>
      </dgm:t>
    </dgm:pt>
    <dgm:pt modelId="{12236507-D0D6-4B61-8034-85D2C944DA9C}" type="parTrans" cxnId="{B7C12C7E-7D9A-47E2-A593-B97F01C32BC5}">
      <dgm:prSet/>
      <dgm:spPr/>
      <dgm:t>
        <a:bodyPr/>
        <a:lstStyle/>
        <a:p>
          <a:endParaRPr lang="en-US"/>
        </a:p>
      </dgm:t>
    </dgm:pt>
    <dgm:pt modelId="{71A0B4EC-9F58-40DB-BF14-985237C8503D}" type="sibTrans" cxnId="{B7C12C7E-7D9A-47E2-A593-B97F01C32BC5}">
      <dgm:prSet/>
      <dgm:spPr/>
      <dgm:t>
        <a:bodyPr/>
        <a:lstStyle/>
        <a:p>
          <a:endParaRPr lang="en-US"/>
        </a:p>
      </dgm:t>
    </dgm:pt>
    <dgm:pt modelId="{85FEF702-81D0-4DF5-9430-75778A77E14C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60960" tIns="60960" rIns="60960" bIns="60960" numCol="1" spcCol="1270" anchor="ctr" anchorCtr="0"/>
        <a:lstStyle/>
        <a:p>
          <a:r>
            <a:rPr lang="en-US" sz="1100" kern="1200" dirty="0"/>
            <a:t>Onsite </a:t>
          </a:r>
          <a:r>
            <a:rPr lang="en-US" sz="1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Manager </a:t>
          </a:r>
          <a:r>
            <a:rPr lang="en-US" sz="1100" kern="1200" dirty="0"/>
            <a:t>(Name and Designation</a:t>
          </a:r>
          <a:endParaRPr lang="en-US" sz="11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0DADF2F3-6D4A-4B16-8EA4-37D21E52A6A3}" type="parTrans" cxnId="{383B26C1-E3B8-4F7D-B284-C9DA95117C51}">
      <dgm:prSet/>
      <dgm:spPr/>
      <dgm:t>
        <a:bodyPr/>
        <a:lstStyle/>
        <a:p>
          <a:endParaRPr lang="en-US"/>
        </a:p>
      </dgm:t>
    </dgm:pt>
    <dgm:pt modelId="{5CB10828-62DD-4F6F-BA70-8140EDFB726F}" type="sibTrans" cxnId="{383B26C1-E3B8-4F7D-B284-C9DA95117C51}">
      <dgm:prSet/>
      <dgm:spPr/>
      <dgm:t>
        <a:bodyPr/>
        <a:lstStyle/>
        <a:p>
          <a:endParaRPr lang="en-US"/>
        </a:p>
      </dgm:t>
    </dgm:pt>
    <dgm:pt modelId="{FFD5F107-4F84-468B-A4EF-BECD4CA2539F}">
      <dgm:prSet custT="1"/>
      <dgm:spPr/>
      <dgm:t>
        <a:bodyPr/>
        <a:lstStyle/>
        <a:p>
          <a:r>
            <a:rPr lang="en-US" sz="1100" dirty="0"/>
            <a:t>Employee Name (Name and Designation</a:t>
          </a:r>
        </a:p>
      </dgm:t>
    </dgm:pt>
    <dgm:pt modelId="{1015B669-27F9-4B81-9A2C-E9668C45BD38}" type="parTrans" cxnId="{CCAF3C94-56E2-4A60-8F60-CB7FA02F164D}">
      <dgm:prSet/>
      <dgm:spPr/>
      <dgm:t>
        <a:bodyPr/>
        <a:lstStyle/>
        <a:p>
          <a:endParaRPr lang="en-US"/>
        </a:p>
      </dgm:t>
    </dgm:pt>
    <dgm:pt modelId="{357D3556-CF24-43E3-874C-72747339F488}" type="sibTrans" cxnId="{CCAF3C94-56E2-4A60-8F60-CB7FA02F164D}">
      <dgm:prSet/>
      <dgm:spPr/>
      <dgm:t>
        <a:bodyPr/>
        <a:lstStyle/>
        <a:p>
          <a:endParaRPr lang="en-US"/>
        </a:p>
      </dgm:t>
    </dgm:pt>
    <dgm:pt modelId="{C0D2AD99-B918-4BAE-9AA2-0F9571200A94}" type="pres">
      <dgm:prSet presAssocID="{E5C28316-704B-4557-AEAB-0D184A1631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3A557E5-4D2D-4859-B83E-942BB0109AC5}" type="pres">
      <dgm:prSet presAssocID="{73E98246-13E7-402D-98ED-18C3C52B25FB}" presName="hierRoot1" presStyleCnt="0"/>
      <dgm:spPr/>
    </dgm:pt>
    <dgm:pt modelId="{CF5D328F-1B62-45C8-942B-41329CDDF1F1}" type="pres">
      <dgm:prSet presAssocID="{73E98246-13E7-402D-98ED-18C3C52B25FB}" presName="composite" presStyleCnt="0"/>
      <dgm:spPr/>
    </dgm:pt>
    <dgm:pt modelId="{919B53F7-0B1B-4BEC-8321-13D75B783441}" type="pres">
      <dgm:prSet presAssocID="{73E98246-13E7-402D-98ED-18C3C52B25FB}" presName="background" presStyleLbl="node0" presStyleIdx="0" presStyleCnt="1"/>
      <dgm:spPr/>
    </dgm:pt>
    <dgm:pt modelId="{B3D9E419-41EF-494F-90FC-B9E1DA9F7392}" type="pres">
      <dgm:prSet presAssocID="{73E98246-13E7-402D-98ED-18C3C52B25FB}" presName="text" presStyleLbl="fgAcc0" presStyleIdx="0" presStyleCnt="1" custScaleX="128872" custScaleY="107940">
        <dgm:presLayoutVars>
          <dgm:chPref val="3"/>
        </dgm:presLayoutVars>
      </dgm:prSet>
      <dgm:spPr/>
    </dgm:pt>
    <dgm:pt modelId="{4DEC29D0-FDC4-4D1C-B90C-653C3C191F67}" type="pres">
      <dgm:prSet presAssocID="{73E98246-13E7-402D-98ED-18C3C52B25FB}" presName="hierChild2" presStyleCnt="0"/>
      <dgm:spPr/>
    </dgm:pt>
    <dgm:pt modelId="{E3BDE290-3305-4BF4-9BF4-0D77F2429D8A}" type="pres">
      <dgm:prSet presAssocID="{28F6C1E6-D4F3-4DDA-B121-540316F612D1}" presName="Name10" presStyleLbl="parChTrans1D2" presStyleIdx="0" presStyleCnt="1" custSzX="117840" custSzY="305054"/>
      <dgm:spPr/>
    </dgm:pt>
    <dgm:pt modelId="{21E344B6-A1A4-4604-A155-219A45E7DFE8}" type="pres">
      <dgm:prSet presAssocID="{E4407A41-E388-4A79-9A1C-A18E9712E1F1}" presName="hierRoot2" presStyleCnt="0"/>
      <dgm:spPr/>
    </dgm:pt>
    <dgm:pt modelId="{54077F8E-3AE7-4B66-9E82-548478C6DB12}" type="pres">
      <dgm:prSet presAssocID="{E4407A41-E388-4A79-9A1C-A18E9712E1F1}" presName="composite2" presStyleCnt="0"/>
      <dgm:spPr/>
    </dgm:pt>
    <dgm:pt modelId="{CB4B75B1-030C-49BF-9898-E0A9977BC6D5}" type="pres">
      <dgm:prSet presAssocID="{E4407A41-E388-4A79-9A1C-A18E9712E1F1}" presName="background2" presStyleLbl="node2" presStyleIdx="0" presStyleCnt="1"/>
      <dgm:spPr/>
    </dgm:pt>
    <dgm:pt modelId="{9C1195DE-FC0F-4A8D-8F4C-64DE099EEDCF}" type="pres">
      <dgm:prSet presAssocID="{E4407A41-E388-4A79-9A1C-A18E9712E1F1}" presName="text2" presStyleLbl="fgAcc2" presStyleIdx="0" presStyleCnt="1" custScaleX="128872" custScaleY="107940">
        <dgm:presLayoutVars>
          <dgm:chPref val="3"/>
        </dgm:presLayoutVars>
      </dgm:prSet>
      <dgm:spPr/>
    </dgm:pt>
    <dgm:pt modelId="{F0D5759D-23EC-44A3-B177-86797EBC5710}" type="pres">
      <dgm:prSet presAssocID="{E4407A41-E388-4A79-9A1C-A18E9712E1F1}" presName="hierChild3" presStyleCnt="0"/>
      <dgm:spPr/>
    </dgm:pt>
    <dgm:pt modelId="{E385300F-E3C4-40A4-9FCD-D865C0E0B26D}" type="pres">
      <dgm:prSet presAssocID="{662CE45E-ABCA-4298-ACD3-39F5623F2C37}" presName="Name17" presStyleLbl="parChTrans1D3" presStyleIdx="0" presStyleCnt="4" custSzX="4591782" custSzY="305054"/>
      <dgm:spPr/>
    </dgm:pt>
    <dgm:pt modelId="{021781DE-3702-452D-A258-1989932453AD}" type="pres">
      <dgm:prSet presAssocID="{07DFDBB7-853C-46F1-B4C5-3C2A181000BA}" presName="hierRoot3" presStyleCnt="0"/>
      <dgm:spPr/>
    </dgm:pt>
    <dgm:pt modelId="{FAA8B8D2-1899-4F9D-A50B-9609CE58A679}" type="pres">
      <dgm:prSet presAssocID="{07DFDBB7-853C-46F1-B4C5-3C2A181000BA}" presName="composite3" presStyleCnt="0"/>
      <dgm:spPr/>
    </dgm:pt>
    <dgm:pt modelId="{138B9337-6990-46C7-BF73-5FB14BAD7741}" type="pres">
      <dgm:prSet presAssocID="{07DFDBB7-853C-46F1-B4C5-3C2A181000BA}" presName="background3" presStyleLbl="node3" presStyleIdx="0" presStyleCnt="4"/>
      <dgm:spPr/>
    </dgm:pt>
    <dgm:pt modelId="{2A9BF68C-C3B7-493F-AD9A-5B77B028FDBB}" type="pres">
      <dgm:prSet presAssocID="{07DFDBB7-853C-46F1-B4C5-3C2A181000BA}" presName="text3" presStyleLbl="fgAcc3" presStyleIdx="0" presStyleCnt="4" custScaleX="128872" custScaleY="107940">
        <dgm:presLayoutVars>
          <dgm:chPref val="3"/>
        </dgm:presLayoutVars>
      </dgm:prSet>
      <dgm:spPr/>
    </dgm:pt>
    <dgm:pt modelId="{EECB8867-60EF-47C9-8EFA-63932076A5E3}" type="pres">
      <dgm:prSet presAssocID="{07DFDBB7-853C-46F1-B4C5-3C2A181000BA}" presName="hierChild4" presStyleCnt="0"/>
      <dgm:spPr/>
    </dgm:pt>
    <dgm:pt modelId="{6F24CA3A-45C7-4A83-8C00-5A7C7F6174FA}" type="pres">
      <dgm:prSet presAssocID="{84F28681-1126-47ED-B4C3-18FC05956AD8}" presName="Name23" presStyleLbl="parChTrans1D4" presStyleIdx="0" presStyleCnt="11" custSzX="765297" custSzY="305054"/>
      <dgm:spPr/>
    </dgm:pt>
    <dgm:pt modelId="{385AA9C2-8668-4156-BA8D-0661D9B0D326}" type="pres">
      <dgm:prSet presAssocID="{8D3E7718-BB97-4144-858B-953814CF54F8}" presName="hierRoot4" presStyleCnt="0"/>
      <dgm:spPr/>
    </dgm:pt>
    <dgm:pt modelId="{3933287C-39CB-48CD-A176-11F39B7B265D}" type="pres">
      <dgm:prSet presAssocID="{8D3E7718-BB97-4144-858B-953814CF54F8}" presName="composite4" presStyleCnt="0"/>
      <dgm:spPr/>
    </dgm:pt>
    <dgm:pt modelId="{0647C569-38D6-467A-AB1C-DB4B0B54FA2F}" type="pres">
      <dgm:prSet presAssocID="{8D3E7718-BB97-4144-858B-953814CF54F8}" presName="background4" presStyleLbl="node4" presStyleIdx="0" presStyleCnt="11"/>
      <dgm:spPr/>
    </dgm:pt>
    <dgm:pt modelId="{B9B6D7E8-E5A8-4419-97D8-978398294389}" type="pres">
      <dgm:prSet presAssocID="{8D3E7718-BB97-4144-858B-953814CF54F8}" presName="text4" presStyleLbl="fgAcc4" presStyleIdx="0" presStyleCnt="11" custScaleX="128872" custScaleY="107940">
        <dgm:presLayoutVars>
          <dgm:chPref val="3"/>
        </dgm:presLayoutVars>
      </dgm:prSet>
      <dgm:spPr/>
    </dgm:pt>
    <dgm:pt modelId="{F8AA48F9-C74D-43F5-8EAC-8D2E7B3E6018}" type="pres">
      <dgm:prSet presAssocID="{8D3E7718-BB97-4144-858B-953814CF54F8}" presName="hierChild5" presStyleCnt="0"/>
      <dgm:spPr/>
    </dgm:pt>
    <dgm:pt modelId="{EC973FDD-F9BF-4A76-895E-A3A32C7A3B17}" type="pres">
      <dgm:prSet presAssocID="{12236507-D0D6-4B61-8034-85D2C944DA9C}" presName="Name23" presStyleLbl="parChTrans1D4" presStyleIdx="1" presStyleCnt="11" custSzX="117840" custSzY="305054"/>
      <dgm:spPr/>
    </dgm:pt>
    <dgm:pt modelId="{96C6290D-BE1E-433B-940F-87AB50047A3B}" type="pres">
      <dgm:prSet presAssocID="{01051A02-1763-483E-B3CB-AD283CE796C3}" presName="hierRoot4" presStyleCnt="0"/>
      <dgm:spPr/>
    </dgm:pt>
    <dgm:pt modelId="{A068F92D-FCB9-4C58-9687-DF18D4339D93}" type="pres">
      <dgm:prSet presAssocID="{01051A02-1763-483E-B3CB-AD283CE796C3}" presName="composite4" presStyleCnt="0"/>
      <dgm:spPr/>
    </dgm:pt>
    <dgm:pt modelId="{4B74104C-895F-43D9-8261-C728FEAF5798}" type="pres">
      <dgm:prSet presAssocID="{01051A02-1763-483E-B3CB-AD283CE796C3}" presName="background4" presStyleLbl="node4" presStyleIdx="1" presStyleCnt="11"/>
      <dgm:spPr/>
    </dgm:pt>
    <dgm:pt modelId="{7F1591E6-DACF-4F63-B7AA-9A2C8603BB42}" type="pres">
      <dgm:prSet presAssocID="{01051A02-1763-483E-B3CB-AD283CE796C3}" presName="text4" presStyleLbl="fgAcc4" presStyleIdx="1" presStyleCnt="11" custScaleX="128872" custScaleY="107940">
        <dgm:presLayoutVars>
          <dgm:chPref val="3"/>
        </dgm:presLayoutVars>
      </dgm:prSet>
      <dgm:spPr/>
    </dgm:pt>
    <dgm:pt modelId="{7FC7C64C-0602-406B-813E-5EEC2D738C32}" type="pres">
      <dgm:prSet presAssocID="{01051A02-1763-483E-B3CB-AD283CE796C3}" presName="hierChild5" presStyleCnt="0"/>
      <dgm:spPr/>
    </dgm:pt>
    <dgm:pt modelId="{419854D2-7222-4323-8ADA-4F9A7F870273}" type="pres">
      <dgm:prSet presAssocID="{0DADF2F3-6D4A-4B16-8EA4-37D21E52A6A3}" presName="Name23" presStyleLbl="parChTrans1D4" presStyleIdx="2" presStyleCnt="11" custSzX="117840" custSzY="305054"/>
      <dgm:spPr/>
    </dgm:pt>
    <dgm:pt modelId="{012B03A2-F080-48C8-8C41-DC2490D5E896}" type="pres">
      <dgm:prSet presAssocID="{85FEF702-81D0-4DF5-9430-75778A77E14C}" presName="hierRoot4" presStyleCnt="0"/>
      <dgm:spPr/>
    </dgm:pt>
    <dgm:pt modelId="{E1EFFC3F-37C2-4AD2-B17A-B5ECD7C00C46}" type="pres">
      <dgm:prSet presAssocID="{85FEF702-81D0-4DF5-9430-75778A77E14C}" presName="composite4" presStyleCnt="0"/>
      <dgm:spPr/>
    </dgm:pt>
    <dgm:pt modelId="{442DF66D-BDF2-4B41-88A3-9039DA32F663}" type="pres">
      <dgm:prSet presAssocID="{85FEF702-81D0-4DF5-9430-75778A77E14C}" presName="background4" presStyleLbl="node4" presStyleIdx="2" presStyleCnt="11"/>
      <dgm:spPr/>
    </dgm:pt>
    <dgm:pt modelId="{93CD8041-E790-4060-81CD-47B8AC50816A}" type="pres">
      <dgm:prSet presAssocID="{85FEF702-81D0-4DF5-9430-75778A77E14C}" presName="text4" presStyleLbl="fgAcc4" presStyleIdx="2" presStyleCnt="11" custScaleX="128872" custScaleY="107940">
        <dgm:presLayoutVars>
          <dgm:chPref val="3"/>
        </dgm:presLayoutVars>
      </dgm:prSet>
      <dgm:spPr>
        <a:xfrm>
          <a:off x="871104" y="4603355"/>
          <a:ext cx="971744" cy="617057"/>
        </a:xfrm>
        <a:prstGeom prst="roundRect">
          <a:avLst>
            <a:gd name="adj" fmla="val 10000"/>
          </a:avLst>
        </a:prstGeom>
      </dgm:spPr>
    </dgm:pt>
    <dgm:pt modelId="{21104012-DB60-4333-AC63-12F084B642C8}" type="pres">
      <dgm:prSet presAssocID="{85FEF702-81D0-4DF5-9430-75778A77E14C}" presName="hierChild5" presStyleCnt="0"/>
      <dgm:spPr/>
    </dgm:pt>
    <dgm:pt modelId="{F750FDFA-186F-48ED-802F-DF1756130FD5}" type="pres">
      <dgm:prSet presAssocID="{1015B669-27F9-4B81-9A2C-E9668C45BD38}" presName="Name23" presStyleLbl="parChTrans1D4" presStyleIdx="3" presStyleCnt="11" custSzX="117840" custSzY="305054"/>
      <dgm:spPr/>
    </dgm:pt>
    <dgm:pt modelId="{BCFDF2B5-C90C-4F78-809B-24131363285B}" type="pres">
      <dgm:prSet presAssocID="{FFD5F107-4F84-468B-A4EF-BECD4CA2539F}" presName="hierRoot4" presStyleCnt="0"/>
      <dgm:spPr/>
    </dgm:pt>
    <dgm:pt modelId="{3648D3CA-54CE-44CD-8C37-7DBCA2EB89CD}" type="pres">
      <dgm:prSet presAssocID="{FFD5F107-4F84-468B-A4EF-BECD4CA2539F}" presName="composite4" presStyleCnt="0"/>
      <dgm:spPr/>
    </dgm:pt>
    <dgm:pt modelId="{9CA7EF21-A329-43A0-98B1-372208E4A44E}" type="pres">
      <dgm:prSet presAssocID="{FFD5F107-4F84-468B-A4EF-BECD4CA2539F}" presName="background4" presStyleLbl="node4" presStyleIdx="3" presStyleCnt="11"/>
      <dgm:spPr/>
    </dgm:pt>
    <dgm:pt modelId="{47886F5D-A986-46F9-BA1B-22C3B6205652}" type="pres">
      <dgm:prSet presAssocID="{FFD5F107-4F84-468B-A4EF-BECD4CA2539F}" presName="text4" presStyleLbl="fgAcc4" presStyleIdx="3" presStyleCnt="11" custScaleX="128872" custScaleY="107940">
        <dgm:presLayoutVars>
          <dgm:chPref val="3"/>
        </dgm:presLayoutVars>
      </dgm:prSet>
      <dgm:spPr/>
    </dgm:pt>
    <dgm:pt modelId="{29A3BAEF-5DEF-49AC-8ECA-CCE5EE51BEB8}" type="pres">
      <dgm:prSet presAssocID="{FFD5F107-4F84-468B-A4EF-BECD4CA2539F}" presName="hierChild5" presStyleCnt="0"/>
      <dgm:spPr/>
    </dgm:pt>
    <dgm:pt modelId="{46EA91A8-AAC0-4C58-AFB4-58C7618C2437}" type="pres">
      <dgm:prSet presAssocID="{1F928108-8DB9-4BA3-A98B-AD42EA99AFD8}" presName="Name23" presStyleLbl="parChTrans1D4" presStyleIdx="4" presStyleCnt="11" custSzX="765297" custSzY="305054"/>
      <dgm:spPr/>
    </dgm:pt>
    <dgm:pt modelId="{341046D3-243E-4DA9-8027-F94ED10B2DBC}" type="pres">
      <dgm:prSet presAssocID="{1EC13471-7288-407C-A985-EFA2364BBDF9}" presName="hierRoot4" presStyleCnt="0"/>
      <dgm:spPr/>
    </dgm:pt>
    <dgm:pt modelId="{1E182742-8F7B-40C7-B729-D085A1F9AE81}" type="pres">
      <dgm:prSet presAssocID="{1EC13471-7288-407C-A985-EFA2364BBDF9}" presName="composite4" presStyleCnt="0"/>
      <dgm:spPr/>
    </dgm:pt>
    <dgm:pt modelId="{A472AEB6-DA05-4B84-97A5-2AA87235564B}" type="pres">
      <dgm:prSet presAssocID="{1EC13471-7288-407C-A985-EFA2364BBDF9}" presName="background4" presStyleLbl="node4" presStyleIdx="4" presStyleCnt="11"/>
      <dgm:spPr/>
    </dgm:pt>
    <dgm:pt modelId="{2839DB22-D75B-48C1-8A80-BDE51AE83212}" type="pres">
      <dgm:prSet presAssocID="{1EC13471-7288-407C-A985-EFA2364BBDF9}" presName="text4" presStyleLbl="fgAcc4" presStyleIdx="4" presStyleCnt="11" custScaleX="128872" custScaleY="107940">
        <dgm:presLayoutVars>
          <dgm:chPref val="3"/>
        </dgm:presLayoutVars>
      </dgm:prSet>
      <dgm:spPr/>
    </dgm:pt>
    <dgm:pt modelId="{4F53E657-1042-450B-A5A1-22A7975AC684}" type="pres">
      <dgm:prSet presAssocID="{1EC13471-7288-407C-A985-EFA2364BBDF9}" presName="hierChild5" presStyleCnt="0"/>
      <dgm:spPr/>
    </dgm:pt>
    <dgm:pt modelId="{5FD98B0B-FF7D-406B-90A6-50E9C7DCD093}" type="pres">
      <dgm:prSet presAssocID="{D5E504A3-EA3A-4EDE-A21C-50282F133D9F}" presName="Name17" presStyleLbl="parChTrans1D3" presStyleIdx="1" presStyleCnt="4" custSzX="1530594" custSzY="305054"/>
      <dgm:spPr/>
    </dgm:pt>
    <dgm:pt modelId="{FFF15E86-501F-4121-A90D-40EC652F1FFD}" type="pres">
      <dgm:prSet presAssocID="{1C3695AB-067F-4A85-B5D1-89EB9FED3B6D}" presName="hierRoot3" presStyleCnt="0"/>
      <dgm:spPr/>
    </dgm:pt>
    <dgm:pt modelId="{AAE1320B-F945-4D3D-AD17-7AF73EB9C09C}" type="pres">
      <dgm:prSet presAssocID="{1C3695AB-067F-4A85-B5D1-89EB9FED3B6D}" presName="composite3" presStyleCnt="0"/>
      <dgm:spPr/>
    </dgm:pt>
    <dgm:pt modelId="{142BDDBB-AE04-4B43-A887-A178454B3FB1}" type="pres">
      <dgm:prSet presAssocID="{1C3695AB-067F-4A85-B5D1-89EB9FED3B6D}" presName="background3" presStyleLbl="node3" presStyleIdx="1" presStyleCnt="4"/>
      <dgm:spPr/>
    </dgm:pt>
    <dgm:pt modelId="{46DEE632-B66D-4E22-8395-E7191E52AB8B}" type="pres">
      <dgm:prSet presAssocID="{1C3695AB-067F-4A85-B5D1-89EB9FED3B6D}" presName="text3" presStyleLbl="fgAcc3" presStyleIdx="1" presStyleCnt="4" custScaleX="128872" custScaleY="107940">
        <dgm:presLayoutVars>
          <dgm:chPref val="3"/>
        </dgm:presLayoutVars>
      </dgm:prSet>
      <dgm:spPr/>
    </dgm:pt>
    <dgm:pt modelId="{E6D6014E-4655-4DF9-8120-87453795ED60}" type="pres">
      <dgm:prSet presAssocID="{1C3695AB-067F-4A85-B5D1-89EB9FED3B6D}" presName="hierChild4" presStyleCnt="0"/>
      <dgm:spPr/>
    </dgm:pt>
    <dgm:pt modelId="{0746EEEE-60D3-492E-A75B-AF1DD7D47C54}" type="pres">
      <dgm:prSet presAssocID="{3BB2859C-4E76-4741-AAAD-7915D7409C03}" presName="Name23" presStyleLbl="parChTrans1D4" presStyleIdx="5" presStyleCnt="11" custSzX="765297" custSzY="305054"/>
      <dgm:spPr/>
    </dgm:pt>
    <dgm:pt modelId="{6ABE0EA7-3355-4330-8372-94210AA68D9D}" type="pres">
      <dgm:prSet presAssocID="{B2EB9616-A014-46D4-B865-C4F0FBA90C76}" presName="hierRoot4" presStyleCnt="0"/>
      <dgm:spPr/>
    </dgm:pt>
    <dgm:pt modelId="{FE0A19CD-F323-41AB-ACF2-4847B40BE295}" type="pres">
      <dgm:prSet presAssocID="{B2EB9616-A014-46D4-B865-C4F0FBA90C76}" presName="composite4" presStyleCnt="0"/>
      <dgm:spPr/>
    </dgm:pt>
    <dgm:pt modelId="{0C35CC85-6127-4D7F-A26C-E9DB4FD4551A}" type="pres">
      <dgm:prSet presAssocID="{B2EB9616-A014-46D4-B865-C4F0FBA90C76}" presName="background4" presStyleLbl="node4" presStyleIdx="5" presStyleCnt="11"/>
      <dgm:spPr/>
    </dgm:pt>
    <dgm:pt modelId="{56FD0240-E997-4E5F-B964-BD2ADF2B3CCD}" type="pres">
      <dgm:prSet presAssocID="{B2EB9616-A014-46D4-B865-C4F0FBA90C76}" presName="text4" presStyleLbl="fgAcc4" presStyleIdx="5" presStyleCnt="11" custScaleX="128872" custScaleY="107940">
        <dgm:presLayoutVars>
          <dgm:chPref val="3"/>
        </dgm:presLayoutVars>
      </dgm:prSet>
      <dgm:spPr/>
    </dgm:pt>
    <dgm:pt modelId="{775EC752-9B32-4E43-9A23-547D2BE44884}" type="pres">
      <dgm:prSet presAssocID="{B2EB9616-A014-46D4-B865-C4F0FBA90C76}" presName="hierChild5" presStyleCnt="0"/>
      <dgm:spPr/>
    </dgm:pt>
    <dgm:pt modelId="{18181BC6-0CEA-4109-8FA9-967BEBAB07FE}" type="pres">
      <dgm:prSet presAssocID="{84139B75-2554-42E6-A4F2-95961158EF89}" presName="Name23" presStyleLbl="parChTrans1D4" presStyleIdx="6" presStyleCnt="11" custSzX="765297" custSzY="305054"/>
      <dgm:spPr/>
    </dgm:pt>
    <dgm:pt modelId="{6C38545B-B4E1-4359-BB68-78F2A572297D}" type="pres">
      <dgm:prSet presAssocID="{1E3F83BF-0528-4818-9036-B84AD6813924}" presName="hierRoot4" presStyleCnt="0"/>
      <dgm:spPr/>
    </dgm:pt>
    <dgm:pt modelId="{275848EC-C9B0-4B57-BD79-B8C8B42CCBD7}" type="pres">
      <dgm:prSet presAssocID="{1E3F83BF-0528-4818-9036-B84AD6813924}" presName="composite4" presStyleCnt="0"/>
      <dgm:spPr/>
    </dgm:pt>
    <dgm:pt modelId="{92C1B7CB-77D2-477F-AAD6-F9E3E7E50B1D}" type="pres">
      <dgm:prSet presAssocID="{1E3F83BF-0528-4818-9036-B84AD6813924}" presName="background4" presStyleLbl="node4" presStyleIdx="6" presStyleCnt="11"/>
      <dgm:spPr/>
    </dgm:pt>
    <dgm:pt modelId="{18F73930-A121-4FF0-99D7-0412CEF5937F}" type="pres">
      <dgm:prSet presAssocID="{1E3F83BF-0528-4818-9036-B84AD6813924}" presName="text4" presStyleLbl="fgAcc4" presStyleIdx="6" presStyleCnt="11" custScaleX="128872" custScaleY="107940">
        <dgm:presLayoutVars>
          <dgm:chPref val="3"/>
        </dgm:presLayoutVars>
      </dgm:prSet>
      <dgm:spPr/>
    </dgm:pt>
    <dgm:pt modelId="{4C16E7AC-654A-4709-A747-F8F20EA1C5E7}" type="pres">
      <dgm:prSet presAssocID="{1E3F83BF-0528-4818-9036-B84AD6813924}" presName="hierChild5" presStyleCnt="0"/>
      <dgm:spPr/>
    </dgm:pt>
    <dgm:pt modelId="{4C1A7701-D40E-41BB-A8BA-635B58468015}" type="pres">
      <dgm:prSet presAssocID="{86AAE7ED-19EF-4637-9E33-5AF9CE412C4A}" presName="Name17" presStyleLbl="parChTrans1D3" presStyleIdx="2" presStyleCnt="4" custSzX="1530594" custSzY="305054"/>
      <dgm:spPr/>
    </dgm:pt>
    <dgm:pt modelId="{CABF6DC3-97AF-4BFA-BE49-8A7D7876348B}" type="pres">
      <dgm:prSet presAssocID="{DCCBACCF-51C7-4098-BEBF-A62AAD531B0E}" presName="hierRoot3" presStyleCnt="0"/>
      <dgm:spPr/>
    </dgm:pt>
    <dgm:pt modelId="{196F74AC-81EE-4A56-A3E4-912F00ED8E0A}" type="pres">
      <dgm:prSet presAssocID="{DCCBACCF-51C7-4098-BEBF-A62AAD531B0E}" presName="composite3" presStyleCnt="0"/>
      <dgm:spPr/>
    </dgm:pt>
    <dgm:pt modelId="{650F2082-81AF-4C53-A2B4-29FEA4785E1E}" type="pres">
      <dgm:prSet presAssocID="{DCCBACCF-51C7-4098-BEBF-A62AAD531B0E}" presName="background3" presStyleLbl="node3" presStyleIdx="2" presStyleCnt="4"/>
      <dgm:spPr/>
    </dgm:pt>
    <dgm:pt modelId="{D9C66060-B833-4F22-B043-F9BB203A21DF}" type="pres">
      <dgm:prSet presAssocID="{DCCBACCF-51C7-4098-BEBF-A62AAD531B0E}" presName="text3" presStyleLbl="fgAcc3" presStyleIdx="2" presStyleCnt="4" custScaleX="128872" custScaleY="107940">
        <dgm:presLayoutVars>
          <dgm:chPref val="3"/>
        </dgm:presLayoutVars>
      </dgm:prSet>
      <dgm:spPr/>
    </dgm:pt>
    <dgm:pt modelId="{66295468-33BA-4C32-9356-E8974605098E}" type="pres">
      <dgm:prSet presAssocID="{DCCBACCF-51C7-4098-BEBF-A62AAD531B0E}" presName="hierChild4" presStyleCnt="0"/>
      <dgm:spPr/>
    </dgm:pt>
    <dgm:pt modelId="{06F11E81-E24D-4876-BC82-4B4FEF635114}" type="pres">
      <dgm:prSet presAssocID="{2CB5530B-DA72-4EB6-9FF4-E32AA87A4C33}" presName="Name23" presStyleLbl="parChTrans1D4" presStyleIdx="7" presStyleCnt="11" custSzX="765297" custSzY="305054"/>
      <dgm:spPr/>
    </dgm:pt>
    <dgm:pt modelId="{CB031AFA-37B8-491F-B26D-6483FB5DED2D}" type="pres">
      <dgm:prSet presAssocID="{55712882-F12E-4BC5-A784-B3A27FC24478}" presName="hierRoot4" presStyleCnt="0"/>
      <dgm:spPr/>
    </dgm:pt>
    <dgm:pt modelId="{59FC54C8-6B96-49DA-8E54-F7487075CE63}" type="pres">
      <dgm:prSet presAssocID="{55712882-F12E-4BC5-A784-B3A27FC24478}" presName="composite4" presStyleCnt="0"/>
      <dgm:spPr/>
    </dgm:pt>
    <dgm:pt modelId="{06FA2F93-D1A8-40DD-8F66-AF4C785C6F9F}" type="pres">
      <dgm:prSet presAssocID="{55712882-F12E-4BC5-A784-B3A27FC24478}" presName="background4" presStyleLbl="node4" presStyleIdx="7" presStyleCnt="11"/>
      <dgm:spPr/>
    </dgm:pt>
    <dgm:pt modelId="{1CC5382B-31BD-41C6-A634-2217F79F085A}" type="pres">
      <dgm:prSet presAssocID="{55712882-F12E-4BC5-A784-B3A27FC24478}" presName="text4" presStyleLbl="fgAcc4" presStyleIdx="7" presStyleCnt="11" custScaleX="128872" custScaleY="107940">
        <dgm:presLayoutVars>
          <dgm:chPref val="3"/>
        </dgm:presLayoutVars>
      </dgm:prSet>
      <dgm:spPr/>
    </dgm:pt>
    <dgm:pt modelId="{9A1716D0-0E5D-4DEE-A5F7-527D480BFF75}" type="pres">
      <dgm:prSet presAssocID="{55712882-F12E-4BC5-A784-B3A27FC24478}" presName="hierChild5" presStyleCnt="0"/>
      <dgm:spPr/>
    </dgm:pt>
    <dgm:pt modelId="{95F70EA2-B917-436C-9CC2-E4374DC67AD5}" type="pres">
      <dgm:prSet presAssocID="{85BE5CDC-DF18-4A24-A33D-5AB64CE82BD8}" presName="Name23" presStyleLbl="parChTrans1D4" presStyleIdx="8" presStyleCnt="11" custSzX="765297" custSzY="305054"/>
      <dgm:spPr/>
    </dgm:pt>
    <dgm:pt modelId="{D918CEE8-87AA-47FD-B4B2-7EA16FC75B58}" type="pres">
      <dgm:prSet presAssocID="{15D6FC7E-83F9-4523-B020-4E56663F951D}" presName="hierRoot4" presStyleCnt="0"/>
      <dgm:spPr/>
    </dgm:pt>
    <dgm:pt modelId="{CC69A647-E141-4A5B-9303-35CAECBF70CD}" type="pres">
      <dgm:prSet presAssocID="{15D6FC7E-83F9-4523-B020-4E56663F951D}" presName="composite4" presStyleCnt="0"/>
      <dgm:spPr/>
    </dgm:pt>
    <dgm:pt modelId="{176D8D41-B84E-49C9-BFC4-7A89C0DE8A50}" type="pres">
      <dgm:prSet presAssocID="{15D6FC7E-83F9-4523-B020-4E56663F951D}" presName="background4" presStyleLbl="node4" presStyleIdx="8" presStyleCnt="11"/>
      <dgm:spPr/>
    </dgm:pt>
    <dgm:pt modelId="{B884770B-663E-48BA-B98E-2DF740230E1C}" type="pres">
      <dgm:prSet presAssocID="{15D6FC7E-83F9-4523-B020-4E56663F951D}" presName="text4" presStyleLbl="fgAcc4" presStyleIdx="8" presStyleCnt="11" custScaleX="128872" custScaleY="107940">
        <dgm:presLayoutVars>
          <dgm:chPref val="3"/>
        </dgm:presLayoutVars>
      </dgm:prSet>
      <dgm:spPr/>
    </dgm:pt>
    <dgm:pt modelId="{506805C1-687D-4578-9B21-036438FAEE1F}" type="pres">
      <dgm:prSet presAssocID="{15D6FC7E-83F9-4523-B020-4E56663F951D}" presName="hierChild5" presStyleCnt="0"/>
      <dgm:spPr/>
    </dgm:pt>
    <dgm:pt modelId="{4FF553DD-FD16-45C7-885A-403C7EF5C0C6}" type="pres">
      <dgm:prSet presAssocID="{6480C93F-F559-49E5-AC47-1059FC984BFD}" presName="Name17" presStyleLbl="parChTrans1D3" presStyleIdx="3" presStyleCnt="4" custSzX="4591782" custSzY="305054"/>
      <dgm:spPr/>
    </dgm:pt>
    <dgm:pt modelId="{64EB2485-8EDA-485B-8033-7A0CF3FE81E4}" type="pres">
      <dgm:prSet presAssocID="{F3658174-3AD2-4D80-A839-A344CF592BFC}" presName="hierRoot3" presStyleCnt="0"/>
      <dgm:spPr/>
    </dgm:pt>
    <dgm:pt modelId="{D6D0732E-E83B-438E-B944-63BED713DD59}" type="pres">
      <dgm:prSet presAssocID="{F3658174-3AD2-4D80-A839-A344CF592BFC}" presName="composite3" presStyleCnt="0"/>
      <dgm:spPr/>
    </dgm:pt>
    <dgm:pt modelId="{2E54FC2C-A28D-4992-9A6C-B80CBEE42517}" type="pres">
      <dgm:prSet presAssocID="{F3658174-3AD2-4D80-A839-A344CF592BFC}" presName="background3" presStyleLbl="node3" presStyleIdx="3" presStyleCnt="4"/>
      <dgm:spPr/>
    </dgm:pt>
    <dgm:pt modelId="{A9AD808A-04D1-4E05-9D79-BB2AF52236F3}" type="pres">
      <dgm:prSet presAssocID="{F3658174-3AD2-4D80-A839-A344CF592BFC}" presName="text3" presStyleLbl="fgAcc3" presStyleIdx="3" presStyleCnt="4" custScaleX="128872" custScaleY="107940">
        <dgm:presLayoutVars>
          <dgm:chPref val="3"/>
        </dgm:presLayoutVars>
      </dgm:prSet>
      <dgm:spPr/>
    </dgm:pt>
    <dgm:pt modelId="{FE18849B-912B-401E-894F-AD8C64994AFF}" type="pres">
      <dgm:prSet presAssocID="{F3658174-3AD2-4D80-A839-A344CF592BFC}" presName="hierChild4" presStyleCnt="0"/>
      <dgm:spPr/>
    </dgm:pt>
    <dgm:pt modelId="{7CFA11C3-B9E9-4D6E-8630-A70620A7A234}" type="pres">
      <dgm:prSet presAssocID="{E8979FEA-DE69-4956-9C59-F441477F5A09}" presName="Name23" presStyleLbl="parChTrans1D4" presStyleIdx="9" presStyleCnt="11" custSzX="776079" custSzY="305054"/>
      <dgm:spPr/>
    </dgm:pt>
    <dgm:pt modelId="{96B28A8F-8AFD-4A11-9DD7-29A4593164F3}" type="pres">
      <dgm:prSet presAssocID="{E1C140C8-36D5-4C9F-8CDB-1ED926879E86}" presName="hierRoot4" presStyleCnt="0"/>
      <dgm:spPr/>
    </dgm:pt>
    <dgm:pt modelId="{F7062A89-286B-4F77-A78E-4682C499454C}" type="pres">
      <dgm:prSet presAssocID="{E1C140C8-36D5-4C9F-8CDB-1ED926879E86}" presName="composite4" presStyleCnt="0"/>
      <dgm:spPr/>
    </dgm:pt>
    <dgm:pt modelId="{60153C8C-E26E-438E-A299-ABB621C222CB}" type="pres">
      <dgm:prSet presAssocID="{E1C140C8-36D5-4C9F-8CDB-1ED926879E86}" presName="background4" presStyleLbl="node4" presStyleIdx="9" presStyleCnt="11"/>
      <dgm:spPr/>
    </dgm:pt>
    <dgm:pt modelId="{4EE1E2CC-0E74-463D-A7C0-9D39BFD7C910}" type="pres">
      <dgm:prSet presAssocID="{E1C140C8-36D5-4C9F-8CDB-1ED926879E86}" presName="text4" presStyleLbl="fgAcc4" presStyleIdx="9" presStyleCnt="11" custScaleX="128872" custScaleY="107940" custLinFactNeighborX="-861">
        <dgm:presLayoutVars>
          <dgm:chPref val="3"/>
        </dgm:presLayoutVars>
      </dgm:prSet>
      <dgm:spPr/>
    </dgm:pt>
    <dgm:pt modelId="{4E9438A4-3498-4ACE-BFEF-73D3BF71880D}" type="pres">
      <dgm:prSet presAssocID="{E1C140C8-36D5-4C9F-8CDB-1ED926879E86}" presName="hierChild5" presStyleCnt="0"/>
      <dgm:spPr/>
    </dgm:pt>
    <dgm:pt modelId="{580208BE-75C5-41C2-B6D0-4741C3DE5ACA}" type="pres">
      <dgm:prSet presAssocID="{38C891F3-22C2-438D-A97F-69915D317569}" presName="Name23" presStyleLbl="parChTrans1D4" presStyleIdx="10" presStyleCnt="11" custSzX="765297" custSzY="305054"/>
      <dgm:spPr/>
    </dgm:pt>
    <dgm:pt modelId="{CCC78739-B1B8-4384-99C3-69462807ED24}" type="pres">
      <dgm:prSet presAssocID="{39F00154-CF89-4994-A3EE-3D1C08C36821}" presName="hierRoot4" presStyleCnt="0"/>
      <dgm:spPr/>
    </dgm:pt>
    <dgm:pt modelId="{E0E4AC4C-46DB-439A-802A-AC404077181F}" type="pres">
      <dgm:prSet presAssocID="{39F00154-CF89-4994-A3EE-3D1C08C36821}" presName="composite4" presStyleCnt="0"/>
      <dgm:spPr/>
    </dgm:pt>
    <dgm:pt modelId="{0E551953-02F9-4807-9997-F93C24617995}" type="pres">
      <dgm:prSet presAssocID="{39F00154-CF89-4994-A3EE-3D1C08C36821}" presName="background4" presStyleLbl="node4" presStyleIdx="10" presStyleCnt="11"/>
      <dgm:spPr/>
    </dgm:pt>
    <dgm:pt modelId="{0A8EBDA7-1F9F-4618-974A-F8F5053D5B80}" type="pres">
      <dgm:prSet presAssocID="{39F00154-CF89-4994-A3EE-3D1C08C36821}" presName="text4" presStyleLbl="fgAcc4" presStyleIdx="10" presStyleCnt="11" custScaleX="128872" custScaleY="107940">
        <dgm:presLayoutVars>
          <dgm:chPref val="3"/>
        </dgm:presLayoutVars>
      </dgm:prSet>
      <dgm:spPr/>
    </dgm:pt>
    <dgm:pt modelId="{4544D866-1EDF-463B-AFB5-22B71A53A8BF}" type="pres">
      <dgm:prSet presAssocID="{39F00154-CF89-4994-A3EE-3D1C08C36821}" presName="hierChild5" presStyleCnt="0"/>
      <dgm:spPr/>
    </dgm:pt>
  </dgm:ptLst>
  <dgm:cxnLst>
    <dgm:cxn modelId="{D731EF04-7CCB-475F-83A2-A84B20D11C6D}" type="presOf" srcId="{39F00154-CF89-4994-A3EE-3D1C08C36821}" destId="{0A8EBDA7-1F9F-4618-974A-F8F5053D5B80}" srcOrd="0" destOrd="0" presId="urn:microsoft.com/office/officeart/2005/8/layout/hierarchy1"/>
    <dgm:cxn modelId="{5EE2A30B-BF73-4BC3-AB7C-AF6EC2E07034}" type="presOf" srcId="{E1C140C8-36D5-4C9F-8CDB-1ED926879E86}" destId="{4EE1E2CC-0E74-463D-A7C0-9D39BFD7C910}" srcOrd="0" destOrd="0" presId="urn:microsoft.com/office/officeart/2005/8/layout/hierarchy1"/>
    <dgm:cxn modelId="{8A549F10-7190-48D7-AFA4-0BCCFD6B034F}" srcId="{07DFDBB7-853C-46F1-B4C5-3C2A181000BA}" destId="{8D3E7718-BB97-4144-858B-953814CF54F8}" srcOrd="0" destOrd="0" parTransId="{84F28681-1126-47ED-B4C3-18FC05956AD8}" sibTransId="{ADC8B073-E5D2-4880-8E8A-B70743E36DD1}"/>
    <dgm:cxn modelId="{FAE02A11-3DFA-4366-A252-0E618334FAD7}" type="presOf" srcId="{1015B669-27F9-4B81-9A2C-E9668C45BD38}" destId="{F750FDFA-186F-48ED-802F-DF1756130FD5}" srcOrd="0" destOrd="0" presId="urn:microsoft.com/office/officeart/2005/8/layout/hierarchy1"/>
    <dgm:cxn modelId="{A3FF6014-BB60-46DF-8FB8-824B6F55990C}" type="presOf" srcId="{07DFDBB7-853C-46F1-B4C5-3C2A181000BA}" destId="{2A9BF68C-C3B7-493F-AD9A-5B77B028FDBB}" srcOrd="0" destOrd="0" presId="urn:microsoft.com/office/officeart/2005/8/layout/hierarchy1"/>
    <dgm:cxn modelId="{7FA2C814-BCF5-494E-8C7D-D4B0B19FC3A0}" srcId="{F3658174-3AD2-4D80-A839-A344CF592BFC}" destId="{39F00154-CF89-4994-A3EE-3D1C08C36821}" srcOrd="1" destOrd="0" parTransId="{38C891F3-22C2-438D-A97F-69915D317569}" sibTransId="{317C43F3-5321-42A1-9AA6-B8855C01B54C}"/>
    <dgm:cxn modelId="{55B39617-3048-4D47-AF7D-DE41089CB33C}" type="presOf" srcId="{01051A02-1763-483E-B3CB-AD283CE796C3}" destId="{7F1591E6-DACF-4F63-B7AA-9A2C8603BB42}" srcOrd="0" destOrd="0" presId="urn:microsoft.com/office/officeart/2005/8/layout/hierarchy1"/>
    <dgm:cxn modelId="{30102722-6EBC-487D-B0BA-7AF9B3739983}" type="presOf" srcId="{38C891F3-22C2-438D-A97F-69915D317569}" destId="{580208BE-75C5-41C2-B6D0-4741C3DE5ACA}" srcOrd="0" destOrd="0" presId="urn:microsoft.com/office/officeart/2005/8/layout/hierarchy1"/>
    <dgm:cxn modelId="{E755A422-3A33-45D3-87FD-0BC568A89655}" srcId="{DCCBACCF-51C7-4098-BEBF-A62AAD531B0E}" destId="{15D6FC7E-83F9-4523-B020-4E56663F951D}" srcOrd="1" destOrd="0" parTransId="{85BE5CDC-DF18-4A24-A33D-5AB64CE82BD8}" sibTransId="{5D8FEE44-19D0-4EF5-B330-972AAD32EB7C}"/>
    <dgm:cxn modelId="{A7EBC435-7984-40BB-9ED6-7B259FB32F88}" srcId="{E4407A41-E388-4A79-9A1C-A18E9712E1F1}" destId="{1C3695AB-067F-4A85-B5D1-89EB9FED3B6D}" srcOrd="1" destOrd="0" parTransId="{D5E504A3-EA3A-4EDE-A21C-50282F133D9F}" sibTransId="{E8F57AC3-860C-4BB2-841F-EDC46F63C5A2}"/>
    <dgm:cxn modelId="{9D4C3036-EE7B-4122-BF48-F5D6704A6D77}" type="presOf" srcId="{84139B75-2554-42E6-A4F2-95961158EF89}" destId="{18181BC6-0CEA-4109-8FA9-967BEBAB07FE}" srcOrd="0" destOrd="0" presId="urn:microsoft.com/office/officeart/2005/8/layout/hierarchy1"/>
    <dgm:cxn modelId="{676DD036-FDA0-4F38-B446-3476A300D827}" type="presOf" srcId="{662CE45E-ABCA-4298-ACD3-39F5623F2C37}" destId="{E385300F-E3C4-40A4-9FCD-D865C0E0B26D}" srcOrd="0" destOrd="0" presId="urn:microsoft.com/office/officeart/2005/8/layout/hierarchy1"/>
    <dgm:cxn modelId="{5B7DE13D-429E-42DA-87C7-2518BBC166F8}" type="presOf" srcId="{1EC13471-7288-407C-A985-EFA2364BBDF9}" destId="{2839DB22-D75B-48C1-8A80-BDE51AE83212}" srcOrd="0" destOrd="0" presId="urn:microsoft.com/office/officeart/2005/8/layout/hierarchy1"/>
    <dgm:cxn modelId="{0DCA033F-AAC5-454E-BA2C-7F9799DB1FDB}" type="presOf" srcId="{E5C28316-704B-4557-AEAB-0D184A163188}" destId="{C0D2AD99-B918-4BAE-9AA2-0F9571200A94}" srcOrd="0" destOrd="0" presId="urn:microsoft.com/office/officeart/2005/8/layout/hierarchy1"/>
    <dgm:cxn modelId="{6C2F885C-8A26-410A-8D50-6C41AD36E0B9}" type="presOf" srcId="{F3658174-3AD2-4D80-A839-A344CF592BFC}" destId="{A9AD808A-04D1-4E05-9D79-BB2AF52236F3}" srcOrd="0" destOrd="0" presId="urn:microsoft.com/office/officeart/2005/8/layout/hierarchy1"/>
    <dgm:cxn modelId="{AFD8B161-55D2-4481-8C4A-1282AC7D8AF0}" type="presOf" srcId="{DCCBACCF-51C7-4098-BEBF-A62AAD531B0E}" destId="{D9C66060-B833-4F22-B043-F9BB203A21DF}" srcOrd="0" destOrd="0" presId="urn:microsoft.com/office/officeart/2005/8/layout/hierarchy1"/>
    <dgm:cxn modelId="{92B6EE44-1107-49DF-B5E7-D519BE4D6D7E}" srcId="{E4407A41-E388-4A79-9A1C-A18E9712E1F1}" destId="{F3658174-3AD2-4D80-A839-A344CF592BFC}" srcOrd="3" destOrd="0" parTransId="{6480C93F-F559-49E5-AC47-1059FC984BFD}" sibTransId="{2C3BD9E3-A814-424F-8D04-C12C038A1992}"/>
    <dgm:cxn modelId="{B6BF446A-C9AE-44E6-B6E5-7F3439A953D6}" type="presOf" srcId="{12236507-D0D6-4B61-8034-85D2C944DA9C}" destId="{EC973FDD-F9BF-4A76-895E-A3A32C7A3B17}" srcOrd="0" destOrd="0" presId="urn:microsoft.com/office/officeart/2005/8/layout/hierarchy1"/>
    <dgm:cxn modelId="{5AFDBD4A-FC67-4B16-A932-B73B5B93144D}" type="presOf" srcId="{85FEF702-81D0-4DF5-9430-75778A77E14C}" destId="{93CD8041-E790-4060-81CD-47B8AC50816A}" srcOrd="0" destOrd="0" presId="urn:microsoft.com/office/officeart/2005/8/layout/hierarchy1"/>
    <dgm:cxn modelId="{5F7FB670-9934-495E-822B-18B61D0936BB}" type="presOf" srcId="{3BB2859C-4E76-4741-AAAD-7915D7409C03}" destId="{0746EEEE-60D3-492E-A75B-AF1DD7D47C54}" srcOrd="0" destOrd="0" presId="urn:microsoft.com/office/officeart/2005/8/layout/hierarchy1"/>
    <dgm:cxn modelId="{475C2E71-0B2D-4748-B83D-CB79046852C5}" type="presOf" srcId="{86AAE7ED-19EF-4637-9E33-5AF9CE412C4A}" destId="{4C1A7701-D40E-41BB-A8BA-635B58468015}" srcOrd="0" destOrd="0" presId="urn:microsoft.com/office/officeart/2005/8/layout/hierarchy1"/>
    <dgm:cxn modelId="{11DD1154-1B2A-4F45-83F3-0D6754501B3B}" type="presOf" srcId="{73E98246-13E7-402D-98ED-18C3C52B25FB}" destId="{B3D9E419-41EF-494F-90FC-B9E1DA9F7392}" srcOrd="0" destOrd="0" presId="urn:microsoft.com/office/officeart/2005/8/layout/hierarchy1"/>
    <dgm:cxn modelId="{E8358374-9AEC-42D8-8443-ABDDD7E9DF87}" type="presOf" srcId="{D5E504A3-EA3A-4EDE-A21C-50282F133D9F}" destId="{5FD98B0B-FF7D-406B-90A6-50E9C7DCD093}" srcOrd="0" destOrd="0" presId="urn:microsoft.com/office/officeart/2005/8/layout/hierarchy1"/>
    <dgm:cxn modelId="{5822395A-6DD7-4F3D-8D9B-FCFD3311FF15}" type="presOf" srcId="{84F28681-1126-47ED-B4C3-18FC05956AD8}" destId="{6F24CA3A-45C7-4A83-8C00-5A7C7F6174FA}" srcOrd="0" destOrd="0" presId="urn:microsoft.com/office/officeart/2005/8/layout/hierarchy1"/>
    <dgm:cxn modelId="{693AA87A-0BF5-4654-BE4A-4F73B907AAF1}" type="presOf" srcId="{85BE5CDC-DF18-4A24-A33D-5AB64CE82BD8}" destId="{95F70EA2-B917-436C-9CC2-E4374DC67AD5}" srcOrd="0" destOrd="0" presId="urn:microsoft.com/office/officeart/2005/8/layout/hierarchy1"/>
    <dgm:cxn modelId="{B7C12C7E-7D9A-47E2-A593-B97F01C32BC5}" srcId="{8D3E7718-BB97-4144-858B-953814CF54F8}" destId="{01051A02-1763-483E-B3CB-AD283CE796C3}" srcOrd="0" destOrd="0" parTransId="{12236507-D0D6-4B61-8034-85D2C944DA9C}" sibTransId="{71A0B4EC-9F58-40DB-BF14-985237C8503D}"/>
    <dgm:cxn modelId="{F0F32787-0136-4CAC-AD00-9202298385C9}" type="presOf" srcId="{1C3695AB-067F-4A85-B5D1-89EB9FED3B6D}" destId="{46DEE632-B66D-4E22-8395-E7191E52AB8B}" srcOrd="0" destOrd="0" presId="urn:microsoft.com/office/officeart/2005/8/layout/hierarchy1"/>
    <dgm:cxn modelId="{37DF6D8D-6B30-4894-827E-EA3C5CC63EF1}" type="presOf" srcId="{FFD5F107-4F84-468B-A4EF-BECD4CA2539F}" destId="{47886F5D-A986-46F9-BA1B-22C3B6205652}" srcOrd="0" destOrd="0" presId="urn:microsoft.com/office/officeart/2005/8/layout/hierarchy1"/>
    <dgm:cxn modelId="{CCAF3C94-56E2-4A60-8F60-CB7FA02F164D}" srcId="{85FEF702-81D0-4DF5-9430-75778A77E14C}" destId="{FFD5F107-4F84-468B-A4EF-BECD4CA2539F}" srcOrd="0" destOrd="0" parTransId="{1015B669-27F9-4B81-9A2C-E9668C45BD38}" sibTransId="{357D3556-CF24-43E3-874C-72747339F488}"/>
    <dgm:cxn modelId="{BD725297-FD13-4C40-897E-8361627A44CA}" srcId="{DCCBACCF-51C7-4098-BEBF-A62AAD531B0E}" destId="{55712882-F12E-4BC5-A784-B3A27FC24478}" srcOrd="0" destOrd="0" parTransId="{2CB5530B-DA72-4EB6-9FF4-E32AA87A4C33}" sibTransId="{22DC3AB4-D2D1-48F5-AEC4-1DE49A19E676}"/>
    <dgm:cxn modelId="{9EB69897-BDF9-45B8-A44F-491943755E12}" type="presOf" srcId="{B2EB9616-A014-46D4-B865-C4F0FBA90C76}" destId="{56FD0240-E997-4E5F-B964-BD2ADF2B3CCD}" srcOrd="0" destOrd="0" presId="urn:microsoft.com/office/officeart/2005/8/layout/hierarchy1"/>
    <dgm:cxn modelId="{E38900AC-C998-433E-8548-DD94748BEF6B}" type="presOf" srcId="{2CB5530B-DA72-4EB6-9FF4-E32AA87A4C33}" destId="{06F11E81-E24D-4876-BC82-4B4FEF635114}" srcOrd="0" destOrd="0" presId="urn:microsoft.com/office/officeart/2005/8/layout/hierarchy1"/>
    <dgm:cxn modelId="{18E11EAD-F077-4DC9-BCD0-21591ED29285}" srcId="{E4407A41-E388-4A79-9A1C-A18E9712E1F1}" destId="{07DFDBB7-853C-46F1-B4C5-3C2A181000BA}" srcOrd="0" destOrd="0" parTransId="{662CE45E-ABCA-4298-ACD3-39F5623F2C37}" sibTransId="{77ED2F04-B950-4218-8550-FC2ECF11AEC6}"/>
    <dgm:cxn modelId="{383B26C1-E3B8-4F7D-B284-C9DA95117C51}" srcId="{01051A02-1763-483E-B3CB-AD283CE796C3}" destId="{85FEF702-81D0-4DF5-9430-75778A77E14C}" srcOrd="0" destOrd="0" parTransId="{0DADF2F3-6D4A-4B16-8EA4-37D21E52A6A3}" sibTransId="{5CB10828-62DD-4F6F-BA70-8140EDFB726F}"/>
    <dgm:cxn modelId="{F70ACAC9-9EBC-45D7-9C4F-FA9B8A10718B}" type="presOf" srcId="{15D6FC7E-83F9-4523-B020-4E56663F951D}" destId="{B884770B-663E-48BA-B98E-2DF740230E1C}" srcOrd="0" destOrd="0" presId="urn:microsoft.com/office/officeart/2005/8/layout/hierarchy1"/>
    <dgm:cxn modelId="{74DEF6D3-99FF-4C20-8876-E2CA60E2FE01}" srcId="{1C3695AB-067F-4A85-B5D1-89EB9FED3B6D}" destId="{1E3F83BF-0528-4818-9036-B84AD6813924}" srcOrd="1" destOrd="0" parTransId="{84139B75-2554-42E6-A4F2-95961158EF89}" sibTransId="{58BA671E-58DA-42E4-9A11-D0C9D764E769}"/>
    <dgm:cxn modelId="{47A28CDA-B1FE-46A2-B4F3-7A29BD793E58}" srcId="{E5C28316-704B-4557-AEAB-0D184A163188}" destId="{73E98246-13E7-402D-98ED-18C3C52B25FB}" srcOrd="0" destOrd="0" parTransId="{96C1C0BB-8A58-470B-BE6A-6F5E1208F134}" sibTransId="{2568DA71-EA4E-478C-934C-6C21EB17CF8F}"/>
    <dgm:cxn modelId="{CA566DDD-F55B-4959-92FB-7E294A3C7E6F}" type="presOf" srcId="{8D3E7718-BB97-4144-858B-953814CF54F8}" destId="{B9B6D7E8-E5A8-4419-97D8-978398294389}" srcOrd="0" destOrd="0" presId="urn:microsoft.com/office/officeart/2005/8/layout/hierarchy1"/>
    <dgm:cxn modelId="{C54A60E0-E5B7-4083-89B3-19F056C94223}" srcId="{F3658174-3AD2-4D80-A839-A344CF592BFC}" destId="{E1C140C8-36D5-4C9F-8CDB-1ED926879E86}" srcOrd="0" destOrd="0" parTransId="{E8979FEA-DE69-4956-9C59-F441477F5A09}" sibTransId="{AA77436A-754D-49AB-B0ED-2C85FD5B0D20}"/>
    <dgm:cxn modelId="{24896EE3-4517-427C-9DA6-C4E982F57AA5}" type="presOf" srcId="{1F928108-8DB9-4BA3-A98B-AD42EA99AFD8}" destId="{46EA91A8-AAC0-4C58-AFB4-58C7618C2437}" srcOrd="0" destOrd="0" presId="urn:microsoft.com/office/officeart/2005/8/layout/hierarchy1"/>
    <dgm:cxn modelId="{F9D7C6E4-ECD9-473F-AC6D-3E93FA67E64F}" srcId="{1C3695AB-067F-4A85-B5D1-89EB9FED3B6D}" destId="{B2EB9616-A014-46D4-B865-C4F0FBA90C76}" srcOrd="0" destOrd="0" parTransId="{3BB2859C-4E76-4741-AAAD-7915D7409C03}" sibTransId="{AD73B019-9385-4E13-B28F-27713ACC54C5}"/>
    <dgm:cxn modelId="{519C88E6-66B9-489D-BD5F-B202E653A3AF}" srcId="{73E98246-13E7-402D-98ED-18C3C52B25FB}" destId="{E4407A41-E388-4A79-9A1C-A18E9712E1F1}" srcOrd="0" destOrd="0" parTransId="{28F6C1E6-D4F3-4DDA-B121-540316F612D1}" sibTransId="{7DE3FEB3-D302-4A00-879B-85756068C5B3}"/>
    <dgm:cxn modelId="{F3F920EA-5804-4E7C-A586-3F954C3337F9}" type="presOf" srcId="{55712882-F12E-4BC5-A784-B3A27FC24478}" destId="{1CC5382B-31BD-41C6-A634-2217F79F085A}" srcOrd="0" destOrd="0" presId="urn:microsoft.com/office/officeart/2005/8/layout/hierarchy1"/>
    <dgm:cxn modelId="{1BCD3BEC-C4D0-45FF-AC5D-C4EBC18F0946}" type="presOf" srcId="{6480C93F-F559-49E5-AC47-1059FC984BFD}" destId="{4FF553DD-FD16-45C7-885A-403C7EF5C0C6}" srcOrd="0" destOrd="0" presId="urn:microsoft.com/office/officeart/2005/8/layout/hierarchy1"/>
    <dgm:cxn modelId="{E79C5BED-F8E1-4071-938D-CABCA54A1505}" type="presOf" srcId="{E8979FEA-DE69-4956-9C59-F441477F5A09}" destId="{7CFA11C3-B9E9-4D6E-8630-A70620A7A234}" srcOrd="0" destOrd="0" presId="urn:microsoft.com/office/officeart/2005/8/layout/hierarchy1"/>
    <dgm:cxn modelId="{19BD8BEF-F56F-4DB8-ACC0-F9820D841CAA}" type="presOf" srcId="{0DADF2F3-6D4A-4B16-8EA4-37D21E52A6A3}" destId="{419854D2-7222-4323-8ADA-4F9A7F870273}" srcOrd="0" destOrd="0" presId="urn:microsoft.com/office/officeart/2005/8/layout/hierarchy1"/>
    <dgm:cxn modelId="{47CC05F6-1EF0-4BA4-8E3B-9CE6E0F688DD}" type="presOf" srcId="{E4407A41-E388-4A79-9A1C-A18E9712E1F1}" destId="{9C1195DE-FC0F-4A8D-8F4C-64DE099EEDCF}" srcOrd="0" destOrd="0" presId="urn:microsoft.com/office/officeart/2005/8/layout/hierarchy1"/>
    <dgm:cxn modelId="{AD4F9FF8-BFCE-43FB-9456-7A39FF1EE0B1}" type="presOf" srcId="{28F6C1E6-D4F3-4DDA-B121-540316F612D1}" destId="{E3BDE290-3305-4BF4-9BF4-0D77F2429D8A}" srcOrd="0" destOrd="0" presId="urn:microsoft.com/office/officeart/2005/8/layout/hierarchy1"/>
    <dgm:cxn modelId="{FFA713FC-D98A-40F8-8453-7796A6A0A494}" srcId="{E4407A41-E388-4A79-9A1C-A18E9712E1F1}" destId="{DCCBACCF-51C7-4098-BEBF-A62AAD531B0E}" srcOrd="2" destOrd="0" parTransId="{86AAE7ED-19EF-4637-9E33-5AF9CE412C4A}" sibTransId="{D5F51661-CB43-4B9D-A833-2A4037B846AD}"/>
    <dgm:cxn modelId="{5E049AFC-8BB3-4998-935A-54636664E554}" srcId="{07DFDBB7-853C-46F1-B4C5-3C2A181000BA}" destId="{1EC13471-7288-407C-A985-EFA2364BBDF9}" srcOrd="1" destOrd="0" parTransId="{1F928108-8DB9-4BA3-A98B-AD42EA99AFD8}" sibTransId="{97291806-9189-49AF-805B-B2CD02398936}"/>
    <dgm:cxn modelId="{9F328EFF-DBE7-4525-8139-EB35ED18475D}" type="presOf" srcId="{1E3F83BF-0528-4818-9036-B84AD6813924}" destId="{18F73930-A121-4FF0-99D7-0412CEF5937F}" srcOrd="0" destOrd="0" presId="urn:microsoft.com/office/officeart/2005/8/layout/hierarchy1"/>
    <dgm:cxn modelId="{439CCFD2-116E-4951-BC75-BE6FEB4049C2}" type="presParOf" srcId="{C0D2AD99-B918-4BAE-9AA2-0F9571200A94}" destId="{D3A557E5-4D2D-4859-B83E-942BB0109AC5}" srcOrd="0" destOrd="0" presId="urn:microsoft.com/office/officeart/2005/8/layout/hierarchy1"/>
    <dgm:cxn modelId="{8D77E1E7-3AE8-416E-A573-CFD91EB24687}" type="presParOf" srcId="{D3A557E5-4D2D-4859-B83E-942BB0109AC5}" destId="{CF5D328F-1B62-45C8-942B-41329CDDF1F1}" srcOrd="0" destOrd="0" presId="urn:microsoft.com/office/officeart/2005/8/layout/hierarchy1"/>
    <dgm:cxn modelId="{E9AFA6AE-28D4-4D49-BC90-75F1F1FACE01}" type="presParOf" srcId="{CF5D328F-1B62-45C8-942B-41329CDDF1F1}" destId="{919B53F7-0B1B-4BEC-8321-13D75B783441}" srcOrd="0" destOrd="0" presId="urn:microsoft.com/office/officeart/2005/8/layout/hierarchy1"/>
    <dgm:cxn modelId="{CDED4811-EB1B-4CFB-9690-20DA012105C2}" type="presParOf" srcId="{CF5D328F-1B62-45C8-942B-41329CDDF1F1}" destId="{B3D9E419-41EF-494F-90FC-B9E1DA9F7392}" srcOrd="1" destOrd="0" presId="urn:microsoft.com/office/officeart/2005/8/layout/hierarchy1"/>
    <dgm:cxn modelId="{2DA1595E-0E4A-42CF-B9EE-99FFEA9A80D4}" type="presParOf" srcId="{D3A557E5-4D2D-4859-B83E-942BB0109AC5}" destId="{4DEC29D0-FDC4-4D1C-B90C-653C3C191F67}" srcOrd="1" destOrd="0" presId="urn:microsoft.com/office/officeart/2005/8/layout/hierarchy1"/>
    <dgm:cxn modelId="{C403B2E5-6BD4-4EA2-A0C7-6279A654EA15}" type="presParOf" srcId="{4DEC29D0-FDC4-4D1C-B90C-653C3C191F67}" destId="{E3BDE290-3305-4BF4-9BF4-0D77F2429D8A}" srcOrd="0" destOrd="0" presId="urn:microsoft.com/office/officeart/2005/8/layout/hierarchy1"/>
    <dgm:cxn modelId="{5A657BFD-52B4-45AC-BAC5-15046934880C}" type="presParOf" srcId="{4DEC29D0-FDC4-4D1C-B90C-653C3C191F67}" destId="{21E344B6-A1A4-4604-A155-219A45E7DFE8}" srcOrd="1" destOrd="0" presId="urn:microsoft.com/office/officeart/2005/8/layout/hierarchy1"/>
    <dgm:cxn modelId="{72012C45-AA5B-4FD2-B09D-E2C96E3445E9}" type="presParOf" srcId="{21E344B6-A1A4-4604-A155-219A45E7DFE8}" destId="{54077F8E-3AE7-4B66-9E82-548478C6DB12}" srcOrd="0" destOrd="0" presId="urn:microsoft.com/office/officeart/2005/8/layout/hierarchy1"/>
    <dgm:cxn modelId="{207543A5-81BB-4F86-8214-9BC3CC826E89}" type="presParOf" srcId="{54077F8E-3AE7-4B66-9E82-548478C6DB12}" destId="{CB4B75B1-030C-49BF-9898-E0A9977BC6D5}" srcOrd="0" destOrd="0" presId="urn:microsoft.com/office/officeart/2005/8/layout/hierarchy1"/>
    <dgm:cxn modelId="{815B28AE-A6D9-4EBA-9E62-B8FF192BD880}" type="presParOf" srcId="{54077F8E-3AE7-4B66-9E82-548478C6DB12}" destId="{9C1195DE-FC0F-4A8D-8F4C-64DE099EEDCF}" srcOrd="1" destOrd="0" presId="urn:microsoft.com/office/officeart/2005/8/layout/hierarchy1"/>
    <dgm:cxn modelId="{A5A2BDC9-3289-4183-B4EC-66402EF12A4A}" type="presParOf" srcId="{21E344B6-A1A4-4604-A155-219A45E7DFE8}" destId="{F0D5759D-23EC-44A3-B177-86797EBC5710}" srcOrd="1" destOrd="0" presId="urn:microsoft.com/office/officeart/2005/8/layout/hierarchy1"/>
    <dgm:cxn modelId="{C95631F5-1279-4F53-9EE0-C47E8DEF1097}" type="presParOf" srcId="{F0D5759D-23EC-44A3-B177-86797EBC5710}" destId="{E385300F-E3C4-40A4-9FCD-D865C0E0B26D}" srcOrd="0" destOrd="0" presId="urn:microsoft.com/office/officeart/2005/8/layout/hierarchy1"/>
    <dgm:cxn modelId="{6BA08E20-1805-46E6-AE23-ACA54A9D254A}" type="presParOf" srcId="{F0D5759D-23EC-44A3-B177-86797EBC5710}" destId="{021781DE-3702-452D-A258-1989932453AD}" srcOrd="1" destOrd="0" presId="urn:microsoft.com/office/officeart/2005/8/layout/hierarchy1"/>
    <dgm:cxn modelId="{65AC81D5-7E14-409C-AA72-11D57CA71633}" type="presParOf" srcId="{021781DE-3702-452D-A258-1989932453AD}" destId="{FAA8B8D2-1899-4F9D-A50B-9609CE58A679}" srcOrd="0" destOrd="0" presId="urn:microsoft.com/office/officeart/2005/8/layout/hierarchy1"/>
    <dgm:cxn modelId="{41A7666B-68D3-49D8-9157-3C905833C74B}" type="presParOf" srcId="{FAA8B8D2-1899-4F9D-A50B-9609CE58A679}" destId="{138B9337-6990-46C7-BF73-5FB14BAD7741}" srcOrd="0" destOrd="0" presId="urn:microsoft.com/office/officeart/2005/8/layout/hierarchy1"/>
    <dgm:cxn modelId="{18ECDCCE-9F1C-4445-BACB-6BFFDB1B6CEE}" type="presParOf" srcId="{FAA8B8D2-1899-4F9D-A50B-9609CE58A679}" destId="{2A9BF68C-C3B7-493F-AD9A-5B77B028FDBB}" srcOrd="1" destOrd="0" presId="urn:microsoft.com/office/officeart/2005/8/layout/hierarchy1"/>
    <dgm:cxn modelId="{C42EFC97-60A2-44F2-8833-68C99C4D5915}" type="presParOf" srcId="{021781DE-3702-452D-A258-1989932453AD}" destId="{EECB8867-60EF-47C9-8EFA-63932076A5E3}" srcOrd="1" destOrd="0" presId="urn:microsoft.com/office/officeart/2005/8/layout/hierarchy1"/>
    <dgm:cxn modelId="{55335A67-2B17-4092-B3C7-CEE396FBDC7E}" type="presParOf" srcId="{EECB8867-60EF-47C9-8EFA-63932076A5E3}" destId="{6F24CA3A-45C7-4A83-8C00-5A7C7F6174FA}" srcOrd="0" destOrd="0" presId="urn:microsoft.com/office/officeart/2005/8/layout/hierarchy1"/>
    <dgm:cxn modelId="{9537806B-E55B-454E-BCC2-A0034089002E}" type="presParOf" srcId="{EECB8867-60EF-47C9-8EFA-63932076A5E3}" destId="{385AA9C2-8668-4156-BA8D-0661D9B0D326}" srcOrd="1" destOrd="0" presId="urn:microsoft.com/office/officeart/2005/8/layout/hierarchy1"/>
    <dgm:cxn modelId="{D237CB52-2E53-4937-99AE-C628F86AE872}" type="presParOf" srcId="{385AA9C2-8668-4156-BA8D-0661D9B0D326}" destId="{3933287C-39CB-48CD-A176-11F39B7B265D}" srcOrd="0" destOrd="0" presId="urn:microsoft.com/office/officeart/2005/8/layout/hierarchy1"/>
    <dgm:cxn modelId="{BAF5E4BD-AE7E-4A47-B4F4-7C0F379A537C}" type="presParOf" srcId="{3933287C-39CB-48CD-A176-11F39B7B265D}" destId="{0647C569-38D6-467A-AB1C-DB4B0B54FA2F}" srcOrd="0" destOrd="0" presId="urn:microsoft.com/office/officeart/2005/8/layout/hierarchy1"/>
    <dgm:cxn modelId="{ED3F97BB-CBEA-4843-9C18-30E1BC473DA1}" type="presParOf" srcId="{3933287C-39CB-48CD-A176-11F39B7B265D}" destId="{B9B6D7E8-E5A8-4419-97D8-978398294389}" srcOrd="1" destOrd="0" presId="urn:microsoft.com/office/officeart/2005/8/layout/hierarchy1"/>
    <dgm:cxn modelId="{98D23258-CD75-4A30-92F7-F13E2A79F5EC}" type="presParOf" srcId="{385AA9C2-8668-4156-BA8D-0661D9B0D326}" destId="{F8AA48F9-C74D-43F5-8EAC-8D2E7B3E6018}" srcOrd="1" destOrd="0" presId="urn:microsoft.com/office/officeart/2005/8/layout/hierarchy1"/>
    <dgm:cxn modelId="{A0E8FBE9-05A2-4C9E-A242-765796CD914A}" type="presParOf" srcId="{F8AA48F9-C74D-43F5-8EAC-8D2E7B3E6018}" destId="{EC973FDD-F9BF-4A76-895E-A3A32C7A3B17}" srcOrd="0" destOrd="0" presId="urn:microsoft.com/office/officeart/2005/8/layout/hierarchy1"/>
    <dgm:cxn modelId="{D769BE5F-7149-4709-A51D-35093E7C7BAF}" type="presParOf" srcId="{F8AA48F9-C74D-43F5-8EAC-8D2E7B3E6018}" destId="{96C6290D-BE1E-433B-940F-87AB50047A3B}" srcOrd="1" destOrd="0" presId="urn:microsoft.com/office/officeart/2005/8/layout/hierarchy1"/>
    <dgm:cxn modelId="{AA1AF16D-5478-4EE6-8A6E-D2FFAD459BA3}" type="presParOf" srcId="{96C6290D-BE1E-433B-940F-87AB50047A3B}" destId="{A068F92D-FCB9-4C58-9687-DF18D4339D93}" srcOrd="0" destOrd="0" presId="urn:microsoft.com/office/officeart/2005/8/layout/hierarchy1"/>
    <dgm:cxn modelId="{A6471331-03CA-4798-9ECA-13F8521EB16B}" type="presParOf" srcId="{A068F92D-FCB9-4C58-9687-DF18D4339D93}" destId="{4B74104C-895F-43D9-8261-C728FEAF5798}" srcOrd="0" destOrd="0" presId="urn:microsoft.com/office/officeart/2005/8/layout/hierarchy1"/>
    <dgm:cxn modelId="{A4CEBF0E-096E-4970-89DA-A1F8C3F1D068}" type="presParOf" srcId="{A068F92D-FCB9-4C58-9687-DF18D4339D93}" destId="{7F1591E6-DACF-4F63-B7AA-9A2C8603BB42}" srcOrd="1" destOrd="0" presId="urn:microsoft.com/office/officeart/2005/8/layout/hierarchy1"/>
    <dgm:cxn modelId="{4DBE0FAD-097E-4F29-A0C3-423827018F49}" type="presParOf" srcId="{96C6290D-BE1E-433B-940F-87AB50047A3B}" destId="{7FC7C64C-0602-406B-813E-5EEC2D738C32}" srcOrd="1" destOrd="0" presId="urn:microsoft.com/office/officeart/2005/8/layout/hierarchy1"/>
    <dgm:cxn modelId="{19942A69-63B8-4232-B6F5-9CB9E1C3A806}" type="presParOf" srcId="{7FC7C64C-0602-406B-813E-5EEC2D738C32}" destId="{419854D2-7222-4323-8ADA-4F9A7F870273}" srcOrd="0" destOrd="0" presId="urn:microsoft.com/office/officeart/2005/8/layout/hierarchy1"/>
    <dgm:cxn modelId="{2587D739-5675-4586-911A-E0EADE69FB7F}" type="presParOf" srcId="{7FC7C64C-0602-406B-813E-5EEC2D738C32}" destId="{012B03A2-F080-48C8-8C41-DC2490D5E896}" srcOrd="1" destOrd="0" presId="urn:microsoft.com/office/officeart/2005/8/layout/hierarchy1"/>
    <dgm:cxn modelId="{1E6608B9-CB5B-4E25-817B-A28AB4593188}" type="presParOf" srcId="{012B03A2-F080-48C8-8C41-DC2490D5E896}" destId="{E1EFFC3F-37C2-4AD2-B17A-B5ECD7C00C46}" srcOrd="0" destOrd="0" presId="urn:microsoft.com/office/officeart/2005/8/layout/hierarchy1"/>
    <dgm:cxn modelId="{5FFFFD3A-AE0D-4062-8C66-E3D54B8892FC}" type="presParOf" srcId="{E1EFFC3F-37C2-4AD2-B17A-B5ECD7C00C46}" destId="{442DF66D-BDF2-4B41-88A3-9039DA32F663}" srcOrd="0" destOrd="0" presId="urn:microsoft.com/office/officeart/2005/8/layout/hierarchy1"/>
    <dgm:cxn modelId="{40EAE154-E342-4822-8AA5-73FD5AB77A33}" type="presParOf" srcId="{E1EFFC3F-37C2-4AD2-B17A-B5ECD7C00C46}" destId="{93CD8041-E790-4060-81CD-47B8AC50816A}" srcOrd="1" destOrd="0" presId="urn:microsoft.com/office/officeart/2005/8/layout/hierarchy1"/>
    <dgm:cxn modelId="{E83B18ED-E6A4-42DF-89E6-5C0408196C88}" type="presParOf" srcId="{012B03A2-F080-48C8-8C41-DC2490D5E896}" destId="{21104012-DB60-4333-AC63-12F084B642C8}" srcOrd="1" destOrd="0" presId="urn:microsoft.com/office/officeart/2005/8/layout/hierarchy1"/>
    <dgm:cxn modelId="{1C5A20F8-6E5D-4823-8EBE-CB0B094CB754}" type="presParOf" srcId="{21104012-DB60-4333-AC63-12F084B642C8}" destId="{F750FDFA-186F-48ED-802F-DF1756130FD5}" srcOrd="0" destOrd="0" presId="urn:microsoft.com/office/officeart/2005/8/layout/hierarchy1"/>
    <dgm:cxn modelId="{021D092C-A1BA-49F7-90DD-6F1EBE915FBA}" type="presParOf" srcId="{21104012-DB60-4333-AC63-12F084B642C8}" destId="{BCFDF2B5-C90C-4F78-809B-24131363285B}" srcOrd="1" destOrd="0" presId="urn:microsoft.com/office/officeart/2005/8/layout/hierarchy1"/>
    <dgm:cxn modelId="{B9482D01-681B-400C-BC46-E90955389919}" type="presParOf" srcId="{BCFDF2B5-C90C-4F78-809B-24131363285B}" destId="{3648D3CA-54CE-44CD-8C37-7DBCA2EB89CD}" srcOrd="0" destOrd="0" presId="urn:microsoft.com/office/officeart/2005/8/layout/hierarchy1"/>
    <dgm:cxn modelId="{74ECD636-3968-4D82-8689-17163F007972}" type="presParOf" srcId="{3648D3CA-54CE-44CD-8C37-7DBCA2EB89CD}" destId="{9CA7EF21-A329-43A0-98B1-372208E4A44E}" srcOrd="0" destOrd="0" presId="urn:microsoft.com/office/officeart/2005/8/layout/hierarchy1"/>
    <dgm:cxn modelId="{467AB2FB-A5B8-4DC7-AF77-A7E584EDBAE5}" type="presParOf" srcId="{3648D3CA-54CE-44CD-8C37-7DBCA2EB89CD}" destId="{47886F5D-A986-46F9-BA1B-22C3B6205652}" srcOrd="1" destOrd="0" presId="urn:microsoft.com/office/officeart/2005/8/layout/hierarchy1"/>
    <dgm:cxn modelId="{EDD5D3AF-0023-4AC6-B267-84021FAAB963}" type="presParOf" srcId="{BCFDF2B5-C90C-4F78-809B-24131363285B}" destId="{29A3BAEF-5DEF-49AC-8ECA-CCE5EE51BEB8}" srcOrd="1" destOrd="0" presId="urn:microsoft.com/office/officeart/2005/8/layout/hierarchy1"/>
    <dgm:cxn modelId="{79F4F742-F428-4C30-BCD2-763318A9479D}" type="presParOf" srcId="{EECB8867-60EF-47C9-8EFA-63932076A5E3}" destId="{46EA91A8-AAC0-4C58-AFB4-58C7618C2437}" srcOrd="2" destOrd="0" presId="urn:microsoft.com/office/officeart/2005/8/layout/hierarchy1"/>
    <dgm:cxn modelId="{91F14CB1-7EDB-4E9E-971A-B9DC7C3F956B}" type="presParOf" srcId="{EECB8867-60EF-47C9-8EFA-63932076A5E3}" destId="{341046D3-243E-4DA9-8027-F94ED10B2DBC}" srcOrd="3" destOrd="0" presId="urn:microsoft.com/office/officeart/2005/8/layout/hierarchy1"/>
    <dgm:cxn modelId="{04DD4349-543F-4540-AB76-CE9C7FE28F95}" type="presParOf" srcId="{341046D3-243E-4DA9-8027-F94ED10B2DBC}" destId="{1E182742-8F7B-40C7-B729-D085A1F9AE81}" srcOrd="0" destOrd="0" presId="urn:microsoft.com/office/officeart/2005/8/layout/hierarchy1"/>
    <dgm:cxn modelId="{530204BA-1EEA-4158-A7C7-CF67D95EE0BA}" type="presParOf" srcId="{1E182742-8F7B-40C7-B729-D085A1F9AE81}" destId="{A472AEB6-DA05-4B84-97A5-2AA87235564B}" srcOrd="0" destOrd="0" presId="urn:microsoft.com/office/officeart/2005/8/layout/hierarchy1"/>
    <dgm:cxn modelId="{703C7672-23FA-4DAA-B595-3191C4E4B2D9}" type="presParOf" srcId="{1E182742-8F7B-40C7-B729-D085A1F9AE81}" destId="{2839DB22-D75B-48C1-8A80-BDE51AE83212}" srcOrd="1" destOrd="0" presId="urn:microsoft.com/office/officeart/2005/8/layout/hierarchy1"/>
    <dgm:cxn modelId="{84430819-C914-4840-9344-E2ECCA1BFD9E}" type="presParOf" srcId="{341046D3-243E-4DA9-8027-F94ED10B2DBC}" destId="{4F53E657-1042-450B-A5A1-22A7975AC684}" srcOrd="1" destOrd="0" presId="urn:microsoft.com/office/officeart/2005/8/layout/hierarchy1"/>
    <dgm:cxn modelId="{446B9B9B-BB4B-48BA-9A54-D01A00489B9C}" type="presParOf" srcId="{F0D5759D-23EC-44A3-B177-86797EBC5710}" destId="{5FD98B0B-FF7D-406B-90A6-50E9C7DCD093}" srcOrd="2" destOrd="0" presId="urn:microsoft.com/office/officeart/2005/8/layout/hierarchy1"/>
    <dgm:cxn modelId="{7442E658-196D-4C34-9B68-A752B75A4509}" type="presParOf" srcId="{F0D5759D-23EC-44A3-B177-86797EBC5710}" destId="{FFF15E86-501F-4121-A90D-40EC652F1FFD}" srcOrd="3" destOrd="0" presId="urn:microsoft.com/office/officeart/2005/8/layout/hierarchy1"/>
    <dgm:cxn modelId="{1955B7E0-045B-4624-8625-797C9B985971}" type="presParOf" srcId="{FFF15E86-501F-4121-A90D-40EC652F1FFD}" destId="{AAE1320B-F945-4D3D-AD17-7AF73EB9C09C}" srcOrd="0" destOrd="0" presId="urn:microsoft.com/office/officeart/2005/8/layout/hierarchy1"/>
    <dgm:cxn modelId="{3B1A46CB-FB69-4410-9C89-C7C5E4A2E1C6}" type="presParOf" srcId="{AAE1320B-F945-4D3D-AD17-7AF73EB9C09C}" destId="{142BDDBB-AE04-4B43-A887-A178454B3FB1}" srcOrd="0" destOrd="0" presId="urn:microsoft.com/office/officeart/2005/8/layout/hierarchy1"/>
    <dgm:cxn modelId="{BF773E4D-0131-4201-B8CE-E354FFCBA0B3}" type="presParOf" srcId="{AAE1320B-F945-4D3D-AD17-7AF73EB9C09C}" destId="{46DEE632-B66D-4E22-8395-E7191E52AB8B}" srcOrd="1" destOrd="0" presId="urn:microsoft.com/office/officeart/2005/8/layout/hierarchy1"/>
    <dgm:cxn modelId="{D4C72BA6-BBEC-4756-B119-00AB75A5DF7F}" type="presParOf" srcId="{FFF15E86-501F-4121-A90D-40EC652F1FFD}" destId="{E6D6014E-4655-4DF9-8120-87453795ED60}" srcOrd="1" destOrd="0" presId="urn:microsoft.com/office/officeart/2005/8/layout/hierarchy1"/>
    <dgm:cxn modelId="{A99B1C11-3240-470E-8180-BFF9C502B61C}" type="presParOf" srcId="{E6D6014E-4655-4DF9-8120-87453795ED60}" destId="{0746EEEE-60D3-492E-A75B-AF1DD7D47C54}" srcOrd="0" destOrd="0" presId="urn:microsoft.com/office/officeart/2005/8/layout/hierarchy1"/>
    <dgm:cxn modelId="{B8D16B01-36E9-484A-B378-FC4B3E42BECB}" type="presParOf" srcId="{E6D6014E-4655-4DF9-8120-87453795ED60}" destId="{6ABE0EA7-3355-4330-8372-94210AA68D9D}" srcOrd="1" destOrd="0" presId="urn:microsoft.com/office/officeart/2005/8/layout/hierarchy1"/>
    <dgm:cxn modelId="{A0E600F9-CC45-4213-B364-C9CB65710144}" type="presParOf" srcId="{6ABE0EA7-3355-4330-8372-94210AA68D9D}" destId="{FE0A19CD-F323-41AB-ACF2-4847B40BE295}" srcOrd="0" destOrd="0" presId="urn:microsoft.com/office/officeart/2005/8/layout/hierarchy1"/>
    <dgm:cxn modelId="{414F0F31-6FB6-42C4-8796-0B83ABE9A869}" type="presParOf" srcId="{FE0A19CD-F323-41AB-ACF2-4847B40BE295}" destId="{0C35CC85-6127-4D7F-A26C-E9DB4FD4551A}" srcOrd="0" destOrd="0" presId="urn:microsoft.com/office/officeart/2005/8/layout/hierarchy1"/>
    <dgm:cxn modelId="{71623A5B-58FF-4A49-BADC-8C43E0F14EE4}" type="presParOf" srcId="{FE0A19CD-F323-41AB-ACF2-4847B40BE295}" destId="{56FD0240-E997-4E5F-B964-BD2ADF2B3CCD}" srcOrd="1" destOrd="0" presId="urn:microsoft.com/office/officeart/2005/8/layout/hierarchy1"/>
    <dgm:cxn modelId="{C67978C0-00A7-45FB-B9F4-C25F7B2D3A59}" type="presParOf" srcId="{6ABE0EA7-3355-4330-8372-94210AA68D9D}" destId="{775EC752-9B32-4E43-9A23-547D2BE44884}" srcOrd="1" destOrd="0" presId="urn:microsoft.com/office/officeart/2005/8/layout/hierarchy1"/>
    <dgm:cxn modelId="{706C5F4C-C0DB-42BA-B877-05D01D1868D4}" type="presParOf" srcId="{E6D6014E-4655-4DF9-8120-87453795ED60}" destId="{18181BC6-0CEA-4109-8FA9-967BEBAB07FE}" srcOrd="2" destOrd="0" presId="urn:microsoft.com/office/officeart/2005/8/layout/hierarchy1"/>
    <dgm:cxn modelId="{7394155A-C875-4AFA-B758-DCC0E80E1715}" type="presParOf" srcId="{E6D6014E-4655-4DF9-8120-87453795ED60}" destId="{6C38545B-B4E1-4359-BB68-78F2A572297D}" srcOrd="3" destOrd="0" presId="urn:microsoft.com/office/officeart/2005/8/layout/hierarchy1"/>
    <dgm:cxn modelId="{66158C72-03CA-4366-82DE-7B3DEF587F31}" type="presParOf" srcId="{6C38545B-B4E1-4359-BB68-78F2A572297D}" destId="{275848EC-C9B0-4B57-BD79-B8C8B42CCBD7}" srcOrd="0" destOrd="0" presId="urn:microsoft.com/office/officeart/2005/8/layout/hierarchy1"/>
    <dgm:cxn modelId="{2D11B1FD-1716-4AB9-958E-351C3B629763}" type="presParOf" srcId="{275848EC-C9B0-4B57-BD79-B8C8B42CCBD7}" destId="{92C1B7CB-77D2-477F-AAD6-F9E3E7E50B1D}" srcOrd="0" destOrd="0" presId="urn:microsoft.com/office/officeart/2005/8/layout/hierarchy1"/>
    <dgm:cxn modelId="{15298940-1A67-4269-8B26-D9C5C416E783}" type="presParOf" srcId="{275848EC-C9B0-4B57-BD79-B8C8B42CCBD7}" destId="{18F73930-A121-4FF0-99D7-0412CEF5937F}" srcOrd="1" destOrd="0" presId="urn:microsoft.com/office/officeart/2005/8/layout/hierarchy1"/>
    <dgm:cxn modelId="{C7B930DD-6C8F-4CF2-9565-80DE67590DD9}" type="presParOf" srcId="{6C38545B-B4E1-4359-BB68-78F2A572297D}" destId="{4C16E7AC-654A-4709-A747-F8F20EA1C5E7}" srcOrd="1" destOrd="0" presId="urn:microsoft.com/office/officeart/2005/8/layout/hierarchy1"/>
    <dgm:cxn modelId="{21DB575B-89BE-46D1-B62B-DC16D2A9DCD7}" type="presParOf" srcId="{F0D5759D-23EC-44A3-B177-86797EBC5710}" destId="{4C1A7701-D40E-41BB-A8BA-635B58468015}" srcOrd="4" destOrd="0" presId="urn:microsoft.com/office/officeart/2005/8/layout/hierarchy1"/>
    <dgm:cxn modelId="{3310D013-BDB5-4791-8FFF-363113FE607C}" type="presParOf" srcId="{F0D5759D-23EC-44A3-B177-86797EBC5710}" destId="{CABF6DC3-97AF-4BFA-BE49-8A7D7876348B}" srcOrd="5" destOrd="0" presId="urn:microsoft.com/office/officeart/2005/8/layout/hierarchy1"/>
    <dgm:cxn modelId="{AB47F76A-F1D7-4304-BFE2-A75EA8CE98D6}" type="presParOf" srcId="{CABF6DC3-97AF-4BFA-BE49-8A7D7876348B}" destId="{196F74AC-81EE-4A56-A3E4-912F00ED8E0A}" srcOrd="0" destOrd="0" presId="urn:microsoft.com/office/officeart/2005/8/layout/hierarchy1"/>
    <dgm:cxn modelId="{DEA9D5D2-FDF9-4430-8BCB-D2B476049059}" type="presParOf" srcId="{196F74AC-81EE-4A56-A3E4-912F00ED8E0A}" destId="{650F2082-81AF-4C53-A2B4-29FEA4785E1E}" srcOrd="0" destOrd="0" presId="urn:microsoft.com/office/officeart/2005/8/layout/hierarchy1"/>
    <dgm:cxn modelId="{CF0A7556-8DE5-473F-BFE9-22F2AD3AAE7D}" type="presParOf" srcId="{196F74AC-81EE-4A56-A3E4-912F00ED8E0A}" destId="{D9C66060-B833-4F22-B043-F9BB203A21DF}" srcOrd="1" destOrd="0" presId="urn:microsoft.com/office/officeart/2005/8/layout/hierarchy1"/>
    <dgm:cxn modelId="{C57EA7BB-608A-4F45-9653-5F59F8961BB4}" type="presParOf" srcId="{CABF6DC3-97AF-4BFA-BE49-8A7D7876348B}" destId="{66295468-33BA-4C32-9356-E8974605098E}" srcOrd="1" destOrd="0" presId="urn:microsoft.com/office/officeart/2005/8/layout/hierarchy1"/>
    <dgm:cxn modelId="{6BE221FA-46E8-4C59-8122-E5A3C254A026}" type="presParOf" srcId="{66295468-33BA-4C32-9356-E8974605098E}" destId="{06F11E81-E24D-4876-BC82-4B4FEF635114}" srcOrd="0" destOrd="0" presId="urn:microsoft.com/office/officeart/2005/8/layout/hierarchy1"/>
    <dgm:cxn modelId="{485EF323-7BFD-47B5-BE35-B806E1155729}" type="presParOf" srcId="{66295468-33BA-4C32-9356-E8974605098E}" destId="{CB031AFA-37B8-491F-B26D-6483FB5DED2D}" srcOrd="1" destOrd="0" presId="urn:microsoft.com/office/officeart/2005/8/layout/hierarchy1"/>
    <dgm:cxn modelId="{BF0501C1-E982-4423-89CB-98623FF3E385}" type="presParOf" srcId="{CB031AFA-37B8-491F-B26D-6483FB5DED2D}" destId="{59FC54C8-6B96-49DA-8E54-F7487075CE63}" srcOrd="0" destOrd="0" presId="urn:microsoft.com/office/officeart/2005/8/layout/hierarchy1"/>
    <dgm:cxn modelId="{EB506C71-8752-442E-A4B0-21F6CA52698A}" type="presParOf" srcId="{59FC54C8-6B96-49DA-8E54-F7487075CE63}" destId="{06FA2F93-D1A8-40DD-8F66-AF4C785C6F9F}" srcOrd="0" destOrd="0" presId="urn:microsoft.com/office/officeart/2005/8/layout/hierarchy1"/>
    <dgm:cxn modelId="{562DC667-070D-41B7-8348-634F05A739BA}" type="presParOf" srcId="{59FC54C8-6B96-49DA-8E54-F7487075CE63}" destId="{1CC5382B-31BD-41C6-A634-2217F79F085A}" srcOrd="1" destOrd="0" presId="urn:microsoft.com/office/officeart/2005/8/layout/hierarchy1"/>
    <dgm:cxn modelId="{84D8BA80-42FC-43DF-91A9-2EC19846C187}" type="presParOf" srcId="{CB031AFA-37B8-491F-B26D-6483FB5DED2D}" destId="{9A1716D0-0E5D-4DEE-A5F7-527D480BFF75}" srcOrd="1" destOrd="0" presId="urn:microsoft.com/office/officeart/2005/8/layout/hierarchy1"/>
    <dgm:cxn modelId="{087AAA8C-D4F7-4CBA-8E7F-16F51358902B}" type="presParOf" srcId="{66295468-33BA-4C32-9356-E8974605098E}" destId="{95F70EA2-B917-436C-9CC2-E4374DC67AD5}" srcOrd="2" destOrd="0" presId="urn:microsoft.com/office/officeart/2005/8/layout/hierarchy1"/>
    <dgm:cxn modelId="{93E69DB1-307E-4F23-903C-9A388366F63B}" type="presParOf" srcId="{66295468-33BA-4C32-9356-E8974605098E}" destId="{D918CEE8-87AA-47FD-B4B2-7EA16FC75B58}" srcOrd="3" destOrd="0" presId="urn:microsoft.com/office/officeart/2005/8/layout/hierarchy1"/>
    <dgm:cxn modelId="{52A8686C-A24F-4986-85AB-C06CDD096D98}" type="presParOf" srcId="{D918CEE8-87AA-47FD-B4B2-7EA16FC75B58}" destId="{CC69A647-E141-4A5B-9303-35CAECBF70CD}" srcOrd="0" destOrd="0" presId="urn:microsoft.com/office/officeart/2005/8/layout/hierarchy1"/>
    <dgm:cxn modelId="{1B051FA9-895B-4F20-A6A1-AD672ADE1DF9}" type="presParOf" srcId="{CC69A647-E141-4A5B-9303-35CAECBF70CD}" destId="{176D8D41-B84E-49C9-BFC4-7A89C0DE8A50}" srcOrd="0" destOrd="0" presId="urn:microsoft.com/office/officeart/2005/8/layout/hierarchy1"/>
    <dgm:cxn modelId="{680B9D42-8794-474F-9564-36403708340C}" type="presParOf" srcId="{CC69A647-E141-4A5B-9303-35CAECBF70CD}" destId="{B884770B-663E-48BA-B98E-2DF740230E1C}" srcOrd="1" destOrd="0" presId="urn:microsoft.com/office/officeart/2005/8/layout/hierarchy1"/>
    <dgm:cxn modelId="{E2F5FDF9-FECB-4C9E-B195-05A28213CDBC}" type="presParOf" srcId="{D918CEE8-87AA-47FD-B4B2-7EA16FC75B58}" destId="{506805C1-687D-4578-9B21-036438FAEE1F}" srcOrd="1" destOrd="0" presId="urn:microsoft.com/office/officeart/2005/8/layout/hierarchy1"/>
    <dgm:cxn modelId="{57AB4B04-4C7B-4BB3-B1EC-A2EBCA547773}" type="presParOf" srcId="{F0D5759D-23EC-44A3-B177-86797EBC5710}" destId="{4FF553DD-FD16-45C7-885A-403C7EF5C0C6}" srcOrd="6" destOrd="0" presId="urn:microsoft.com/office/officeart/2005/8/layout/hierarchy1"/>
    <dgm:cxn modelId="{2D4B8583-1D0E-4A2A-9511-4DE91787E0C4}" type="presParOf" srcId="{F0D5759D-23EC-44A3-B177-86797EBC5710}" destId="{64EB2485-8EDA-485B-8033-7A0CF3FE81E4}" srcOrd="7" destOrd="0" presId="urn:microsoft.com/office/officeart/2005/8/layout/hierarchy1"/>
    <dgm:cxn modelId="{30DEA12B-9FD1-4545-8E72-26A4ECA48E97}" type="presParOf" srcId="{64EB2485-8EDA-485B-8033-7A0CF3FE81E4}" destId="{D6D0732E-E83B-438E-B944-63BED713DD59}" srcOrd="0" destOrd="0" presId="urn:microsoft.com/office/officeart/2005/8/layout/hierarchy1"/>
    <dgm:cxn modelId="{F76BA02D-6CFD-4E03-9E6B-E101EB7DF5AB}" type="presParOf" srcId="{D6D0732E-E83B-438E-B944-63BED713DD59}" destId="{2E54FC2C-A28D-4992-9A6C-B80CBEE42517}" srcOrd="0" destOrd="0" presId="urn:microsoft.com/office/officeart/2005/8/layout/hierarchy1"/>
    <dgm:cxn modelId="{023B99B7-05FC-43E6-9179-B4B39A06EE08}" type="presParOf" srcId="{D6D0732E-E83B-438E-B944-63BED713DD59}" destId="{A9AD808A-04D1-4E05-9D79-BB2AF52236F3}" srcOrd="1" destOrd="0" presId="urn:microsoft.com/office/officeart/2005/8/layout/hierarchy1"/>
    <dgm:cxn modelId="{08D24456-34B4-4221-A354-A522C79AC76B}" type="presParOf" srcId="{64EB2485-8EDA-485B-8033-7A0CF3FE81E4}" destId="{FE18849B-912B-401E-894F-AD8C64994AFF}" srcOrd="1" destOrd="0" presId="urn:microsoft.com/office/officeart/2005/8/layout/hierarchy1"/>
    <dgm:cxn modelId="{D9DBA63A-F42D-4614-BA78-9435D5B8C384}" type="presParOf" srcId="{FE18849B-912B-401E-894F-AD8C64994AFF}" destId="{7CFA11C3-B9E9-4D6E-8630-A70620A7A234}" srcOrd="0" destOrd="0" presId="urn:microsoft.com/office/officeart/2005/8/layout/hierarchy1"/>
    <dgm:cxn modelId="{E2BB9B2F-14B2-4959-9656-A03C6B1D860E}" type="presParOf" srcId="{FE18849B-912B-401E-894F-AD8C64994AFF}" destId="{96B28A8F-8AFD-4A11-9DD7-29A4593164F3}" srcOrd="1" destOrd="0" presId="urn:microsoft.com/office/officeart/2005/8/layout/hierarchy1"/>
    <dgm:cxn modelId="{53990834-3B5B-4138-964D-49ED9CB03ED4}" type="presParOf" srcId="{96B28A8F-8AFD-4A11-9DD7-29A4593164F3}" destId="{F7062A89-286B-4F77-A78E-4682C499454C}" srcOrd="0" destOrd="0" presId="urn:microsoft.com/office/officeart/2005/8/layout/hierarchy1"/>
    <dgm:cxn modelId="{350B8619-7C34-459C-B088-8FA37DC50E01}" type="presParOf" srcId="{F7062A89-286B-4F77-A78E-4682C499454C}" destId="{60153C8C-E26E-438E-A299-ABB621C222CB}" srcOrd="0" destOrd="0" presId="urn:microsoft.com/office/officeart/2005/8/layout/hierarchy1"/>
    <dgm:cxn modelId="{0B3D0FE2-142D-4C75-BB73-E05D11415E13}" type="presParOf" srcId="{F7062A89-286B-4F77-A78E-4682C499454C}" destId="{4EE1E2CC-0E74-463D-A7C0-9D39BFD7C910}" srcOrd="1" destOrd="0" presId="urn:microsoft.com/office/officeart/2005/8/layout/hierarchy1"/>
    <dgm:cxn modelId="{CC97E8E5-4A48-418D-8D9F-A8A16CA6731A}" type="presParOf" srcId="{96B28A8F-8AFD-4A11-9DD7-29A4593164F3}" destId="{4E9438A4-3498-4ACE-BFEF-73D3BF71880D}" srcOrd="1" destOrd="0" presId="urn:microsoft.com/office/officeart/2005/8/layout/hierarchy1"/>
    <dgm:cxn modelId="{62C31B33-8738-4D41-AB83-C0F16AEC18B3}" type="presParOf" srcId="{FE18849B-912B-401E-894F-AD8C64994AFF}" destId="{580208BE-75C5-41C2-B6D0-4741C3DE5ACA}" srcOrd="2" destOrd="0" presId="urn:microsoft.com/office/officeart/2005/8/layout/hierarchy1"/>
    <dgm:cxn modelId="{DCB5BE78-A9F4-42B9-B9A6-BE0B28B9D6AC}" type="presParOf" srcId="{FE18849B-912B-401E-894F-AD8C64994AFF}" destId="{CCC78739-B1B8-4384-99C3-69462807ED24}" srcOrd="3" destOrd="0" presId="urn:microsoft.com/office/officeart/2005/8/layout/hierarchy1"/>
    <dgm:cxn modelId="{6340D5BE-3DD7-4D0B-95CE-E93369CB551D}" type="presParOf" srcId="{CCC78739-B1B8-4384-99C3-69462807ED24}" destId="{E0E4AC4C-46DB-439A-802A-AC404077181F}" srcOrd="0" destOrd="0" presId="urn:microsoft.com/office/officeart/2005/8/layout/hierarchy1"/>
    <dgm:cxn modelId="{8E5052F4-D620-4085-8E8F-310502CB4575}" type="presParOf" srcId="{E0E4AC4C-46DB-439A-802A-AC404077181F}" destId="{0E551953-02F9-4807-9997-F93C24617995}" srcOrd="0" destOrd="0" presId="urn:microsoft.com/office/officeart/2005/8/layout/hierarchy1"/>
    <dgm:cxn modelId="{1091E1C6-4C1E-419C-AA22-11E63E97CECF}" type="presParOf" srcId="{E0E4AC4C-46DB-439A-802A-AC404077181F}" destId="{0A8EBDA7-1F9F-4618-974A-F8F5053D5B80}" srcOrd="1" destOrd="0" presId="urn:microsoft.com/office/officeart/2005/8/layout/hierarchy1"/>
    <dgm:cxn modelId="{F978A6C0-D228-4AEE-82CC-A988D53D2AF0}" type="presParOf" srcId="{CCC78739-B1B8-4384-99C3-69462807ED24}" destId="{4544D866-1EDF-463B-AFB5-22B71A53A8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208BE-75C5-41C2-B6D0-4741C3DE5ACA}">
      <dsp:nvSpPr>
        <dsp:cNvPr id="0" name=""/>
        <dsp:cNvSpPr/>
      </dsp:nvSpPr>
      <dsp:spPr>
        <a:xfrm>
          <a:off x="9727376" y="2556222"/>
          <a:ext cx="702183" cy="270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14"/>
              </a:lnTo>
              <a:lnTo>
                <a:pt x="702183" y="184214"/>
              </a:lnTo>
              <a:lnTo>
                <a:pt x="702183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FA11C3-B9E9-4D6E-8630-A70620A7A234}">
      <dsp:nvSpPr>
        <dsp:cNvPr id="0" name=""/>
        <dsp:cNvSpPr/>
      </dsp:nvSpPr>
      <dsp:spPr>
        <a:xfrm>
          <a:off x="9017190" y="2556222"/>
          <a:ext cx="710185" cy="270319"/>
        </a:xfrm>
        <a:custGeom>
          <a:avLst/>
          <a:gdLst/>
          <a:ahLst/>
          <a:cxnLst/>
          <a:rect l="0" t="0" r="0" b="0"/>
          <a:pathLst>
            <a:path>
              <a:moveTo>
                <a:pt x="710185" y="0"/>
              </a:moveTo>
              <a:lnTo>
                <a:pt x="710185" y="184214"/>
              </a:lnTo>
              <a:lnTo>
                <a:pt x="0" y="184214"/>
              </a:lnTo>
              <a:lnTo>
                <a:pt x="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F553DD-FD16-45C7-885A-403C7EF5C0C6}">
      <dsp:nvSpPr>
        <dsp:cNvPr id="0" name=""/>
        <dsp:cNvSpPr/>
      </dsp:nvSpPr>
      <dsp:spPr>
        <a:xfrm>
          <a:off x="5514276" y="1648830"/>
          <a:ext cx="4213099" cy="270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14"/>
              </a:lnTo>
              <a:lnTo>
                <a:pt x="4213099" y="184214"/>
              </a:lnTo>
              <a:lnTo>
                <a:pt x="4213099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70EA2-B917-436C-9CC2-E4374DC67AD5}">
      <dsp:nvSpPr>
        <dsp:cNvPr id="0" name=""/>
        <dsp:cNvSpPr/>
      </dsp:nvSpPr>
      <dsp:spPr>
        <a:xfrm>
          <a:off x="6918643" y="2556222"/>
          <a:ext cx="702183" cy="270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14"/>
              </a:lnTo>
              <a:lnTo>
                <a:pt x="702183" y="184214"/>
              </a:lnTo>
              <a:lnTo>
                <a:pt x="702183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F11E81-E24D-4876-BC82-4B4FEF635114}">
      <dsp:nvSpPr>
        <dsp:cNvPr id="0" name=""/>
        <dsp:cNvSpPr/>
      </dsp:nvSpPr>
      <dsp:spPr>
        <a:xfrm>
          <a:off x="6216459" y="2556222"/>
          <a:ext cx="702183" cy="270319"/>
        </a:xfrm>
        <a:custGeom>
          <a:avLst/>
          <a:gdLst/>
          <a:ahLst/>
          <a:cxnLst/>
          <a:rect l="0" t="0" r="0" b="0"/>
          <a:pathLst>
            <a:path>
              <a:moveTo>
                <a:pt x="702183" y="0"/>
              </a:moveTo>
              <a:lnTo>
                <a:pt x="702183" y="184214"/>
              </a:lnTo>
              <a:lnTo>
                <a:pt x="0" y="184214"/>
              </a:lnTo>
              <a:lnTo>
                <a:pt x="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1A7701-D40E-41BB-A8BA-635B58468015}">
      <dsp:nvSpPr>
        <dsp:cNvPr id="0" name=""/>
        <dsp:cNvSpPr/>
      </dsp:nvSpPr>
      <dsp:spPr>
        <a:xfrm>
          <a:off x="5514276" y="1648830"/>
          <a:ext cx="1404366" cy="270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14"/>
              </a:lnTo>
              <a:lnTo>
                <a:pt x="1404366" y="184214"/>
              </a:lnTo>
              <a:lnTo>
                <a:pt x="1404366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181BC6-0CEA-4109-8FA9-967BEBAB07FE}">
      <dsp:nvSpPr>
        <dsp:cNvPr id="0" name=""/>
        <dsp:cNvSpPr/>
      </dsp:nvSpPr>
      <dsp:spPr>
        <a:xfrm>
          <a:off x="4109910" y="2556222"/>
          <a:ext cx="702183" cy="270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14"/>
              </a:lnTo>
              <a:lnTo>
                <a:pt x="702183" y="184214"/>
              </a:lnTo>
              <a:lnTo>
                <a:pt x="702183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46EEEE-60D3-492E-A75B-AF1DD7D47C54}">
      <dsp:nvSpPr>
        <dsp:cNvPr id="0" name=""/>
        <dsp:cNvSpPr/>
      </dsp:nvSpPr>
      <dsp:spPr>
        <a:xfrm>
          <a:off x="3407726" y="2556222"/>
          <a:ext cx="702183" cy="270319"/>
        </a:xfrm>
        <a:custGeom>
          <a:avLst/>
          <a:gdLst/>
          <a:ahLst/>
          <a:cxnLst/>
          <a:rect l="0" t="0" r="0" b="0"/>
          <a:pathLst>
            <a:path>
              <a:moveTo>
                <a:pt x="702183" y="0"/>
              </a:moveTo>
              <a:lnTo>
                <a:pt x="702183" y="184214"/>
              </a:lnTo>
              <a:lnTo>
                <a:pt x="0" y="184214"/>
              </a:lnTo>
              <a:lnTo>
                <a:pt x="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98B0B-FF7D-406B-90A6-50E9C7DCD093}">
      <dsp:nvSpPr>
        <dsp:cNvPr id="0" name=""/>
        <dsp:cNvSpPr/>
      </dsp:nvSpPr>
      <dsp:spPr>
        <a:xfrm>
          <a:off x="4109910" y="1648830"/>
          <a:ext cx="1404366" cy="270319"/>
        </a:xfrm>
        <a:custGeom>
          <a:avLst/>
          <a:gdLst/>
          <a:ahLst/>
          <a:cxnLst/>
          <a:rect l="0" t="0" r="0" b="0"/>
          <a:pathLst>
            <a:path>
              <a:moveTo>
                <a:pt x="1404366" y="0"/>
              </a:moveTo>
              <a:lnTo>
                <a:pt x="1404366" y="184214"/>
              </a:lnTo>
              <a:lnTo>
                <a:pt x="0" y="184214"/>
              </a:lnTo>
              <a:lnTo>
                <a:pt x="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A91A8-AAC0-4C58-AFB4-58C7618C2437}">
      <dsp:nvSpPr>
        <dsp:cNvPr id="0" name=""/>
        <dsp:cNvSpPr/>
      </dsp:nvSpPr>
      <dsp:spPr>
        <a:xfrm>
          <a:off x="1301177" y="2556222"/>
          <a:ext cx="702183" cy="270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214"/>
              </a:lnTo>
              <a:lnTo>
                <a:pt x="702183" y="184214"/>
              </a:lnTo>
              <a:lnTo>
                <a:pt x="702183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50FDFA-186F-48ED-802F-DF1756130FD5}">
      <dsp:nvSpPr>
        <dsp:cNvPr id="0" name=""/>
        <dsp:cNvSpPr/>
      </dsp:nvSpPr>
      <dsp:spPr>
        <a:xfrm>
          <a:off x="553273" y="5278396"/>
          <a:ext cx="91440" cy="2703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4214"/>
              </a:lnTo>
              <a:lnTo>
                <a:pt x="45770" y="184214"/>
              </a:lnTo>
              <a:lnTo>
                <a:pt x="4577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9854D2-7222-4323-8ADA-4F9A7F870273}">
      <dsp:nvSpPr>
        <dsp:cNvPr id="0" name=""/>
        <dsp:cNvSpPr/>
      </dsp:nvSpPr>
      <dsp:spPr>
        <a:xfrm>
          <a:off x="553273" y="4371005"/>
          <a:ext cx="91440" cy="2703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973FDD-F9BF-4A76-895E-A3A32C7A3B17}">
      <dsp:nvSpPr>
        <dsp:cNvPr id="0" name=""/>
        <dsp:cNvSpPr/>
      </dsp:nvSpPr>
      <dsp:spPr>
        <a:xfrm>
          <a:off x="553273" y="3463613"/>
          <a:ext cx="91440" cy="2703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24CA3A-45C7-4A83-8C00-5A7C7F6174FA}">
      <dsp:nvSpPr>
        <dsp:cNvPr id="0" name=""/>
        <dsp:cNvSpPr/>
      </dsp:nvSpPr>
      <dsp:spPr>
        <a:xfrm>
          <a:off x="598993" y="2556222"/>
          <a:ext cx="702183" cy="270319"/>
        </a:xfrm>
        <a:custGeom>
          <a:avLst/>
          <a:gdLst/>
          <a:ahLst/>
          <a:cxnLst/>
          <a:rect l="0" t="0" r="0" b="0"/>
          <a:pathLst>
            <a:path>
              <a:moveTo>
                <a:pt x="702183" y="0"/>
              </a:moveTo>
              <a:lnTo>
                <a:pt x="702183" y="184214"/>
              </a:lnTo>
              <a:lnTo>
                <a:pt x="0" y="184214"/>
              </a:lnTo>
              <a:lnTo>
                <a:pt x="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5300F-E3C4-40A4-9FCD-D865C0E0B26D}">
      <dsp:nvSpPr>
        <dsp:cNvPr id="0" name=""/>
        <dsp:cNvSpPr/>
      </dsp:nvSpPr>
      <dsp:spPr>
        <a:xfrm>
          <a:off x="1301177" y="1648830"/>
          <a:ext cx="4213099" cy="270319"/>
        </a:xfrm>
        <a:custGeom>
          <a:avLst/>
          <a:gdLst/>
          <a:ahLst/>
          <a:cxnLst/>
          <a:rect l="0" t="0" r="0" b="0"/>
          <a:pathLst>
            <a:path>
              <a:moveTo>
                <a:pt x="4213099" y="0"/>
              </a:moveTo>
              <a:lnTo>
                <a:pt x="4213099" y="184214"/>
              </a:lnTo>
              <a:lnTo>
                <a:pt x="0" y="184214"/>
              </a:lnTo>
              <a:lnTo>
                <a:pt x="0" y="270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BDE290-3305-4BF4-9BF4-0D77F2429D8A}">
      <dsp:nvSpPr>
        <dsp:cNvPr id="0" name=""/>
        <dsp:cNvSpPr/>
      </dsp:nvSpPr>
      <dsp:spPr>
        <a:xfrm>
          <a:off x="5468556" y="741439"/>
          <a:ext cx="91440" cy="2703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3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9B53F7-0B1B-4BEC-8321-13D75B783441}">
      <dsp:nvSpPr>
        <dsp:cNvPr id="0" name=""/>
        <dsp:cNvSpPr/>
      </dsp:nvSpPr>
      <dsp:spPr>
        <a:xfrm>
          <a:off x="4915367" y="104366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9E419-41EF-494F-90FC-B9E1DA9F7392}">
      <dsp:nvSpPr>
        <dsp:cNvPr id="0" name=""/>
        <dsp:cNvSpPr/>
      </dsp:nvSpPr>
      <dsp:spPr>
        <a:xfrm>
          <a:off x="5018640" y="202476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Shiv Nadar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Chairman &amp; Chief Strategy Officer</a:t>
          </a:r>
          <a:endParaRPr lang="en-US" sz="1100" kern="1200" dirty="0"/>
        </a:p>
      </dsp:txBody>
      <dsp:txXfrm>
        <a:off x="5037299" y="221135"/>
        <a:ext cx="1160500" cy="599754"/>
      </dsp:txXfrm>
    </dsp:sp>
    <dsp:sp modelId="{CB4B75B1-030C-49BF-9898-E0A9977BC6D5}">
      <dsp:nvSpPr>
        <dsp:cNvPr id="0" name=""/>
        <dsp:cNvSpPr/>
      </dsp:nvSpPr>
      <dsp:spPr>
        <a:xfrm>
          <a:off x="4915367" y="1011758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195DE-FC0F-4A8D-8F4C-64DE099EEDCF}">
      <dsp:nvSpPr>
        <dsp:cNvPr id="0" name=""/>
        <dsp:cNvSpPr/>
      </dsp:nvSpPr>
      <dsp:spPr>
        <a:xfrm>
          <a:off x="5018640" y="1109868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C Vijay Kumar</a:t>
          </a:r>
          <a:endParaRPr lang="en-US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PRESIDENT AND CHIEF EXECUTIVE OFFICER</a:t>
          </a:r>
          <a:endParaRPr lang="en-US" sz="1000" kern="1200" dirty="0"/>
        </a:p>
      </dsp:txBody>
      <dsp:txXfrm>
        <a:off x="5037299" y="1128527"/>
        <a:ext cx="1160500" cy="599754"/>
      </dsp:txXfrm>
    </dsp:sp>
    <dsp:sp modelId="{138B9337-6990-46C7-BF73-5FB14BAD7741}">
      <dsp:nvSpPr>
        <dsp:cNvPr id="0" name=""/>
        <dsp:cNvSpPr/>
      </dsp:nvSpPr>
      <dsp:spPr>
        <a:xfrm>
          <a:off x="702267" y="1919149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BF68C-C3B7-493F-AD9A-5B77B028FDBB}">
      <dsp:nvSpPr>
        <dsp:cNvPr id="0" name=""/>
        <dsp:cNvSpPr/>
      </dsp:nvSpPr>
      <dsp:spPr>
        <a:xfrm>
          <a:off x="805541" y="2017259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L1 Head (Name and Designation)</a:t>
          </a:r>
        </a:p>
      </dsp:txBody>
      <dsp:txXfrm>
        <a:off x="824200" y="2035918"/>
        <a:ext cx="1160500" cy="599754"/>
      </dsp:txXfrm>
    </dsp:sp>
    <dsp:sp modelId="{0647C569-38D6-467A-AB1C-DB4B0B54FA2F}">
      <dsp:nvSpPr>
        <dsp:cNvPr id="0" name=""/>
        <dsp:cNvSpPr/>
      </dsp:nvSpPr>
      <dsp:spPr>
        <a:xfrm>
          <a:off x="84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6D7E8-E5A8-4419-97D8-978398294389}">
      <dsp:nvSpPr>
        <dsp:cNvPr id="0" name=""/>
        <dsp:cNvSpPr/>
      </dsp:nvSpPr>
      <dsp:spPr>
        <a:xfrm>
          <a:off x="103358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122017" y="2943310"/>
        <a:ext cx="1160500" cy="599754"/>
      </dsp:txXfrm>
    </dsp:sp>
    <dsp:sp modelId="{4B74104C-895F-43D9-8261-C728FEAF5798}">
      <dsp:nvSpPr>
        <dsp:cNvPr id="0" name=""/>
        <dsp:cNvSpPr/>
      </dsp:nvSpPr>
      <dsp:spPr>
        <a:xfrm>
          <a:off x="84" y="3733932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591E6-DACF-4F63-B7AA-9A2C8603BB42}">
      <dsp:nvSpPr>
        <dsp:cNvPr id="0" name=""/>
        <dsp:cNvSpPr/>
      </dsp:nvSpPr>
      <dsp:spPr>
        <a:xfrm>
          <a:off x="103358" y="3832042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L3 Head (Name and Designation)</a:t>
          </a:r>
        </a:p>
      </dsp:txBody>
      <dsp:txXfrm>
        <a:off x="122017" y="3850701"/>
        <a:ext cx="1160500" cy="599754"/>
      </dsp:txXfrm>
    </dsp:sp>
    <dsp:sp modelId="{442DF66D-BDF2-4B41-88A3-9039DA32F663}">
      <dsp:nvSpPr>
        <dsp:cNvPr id="0" name=""/>
        <dsp:cNvSpPr/>
      </dsp:nvSpPr>
      <dsp:spPr>
        <a:xfrm>
          <a:off x="84" y="4641324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D8041-E790-4060-81CD-47B8AC50816A}">
      <dsp:nvSpPr>
        <dsp:cNvPr id="0" name=""/>
        <dsp:cNvSpPr/>
      </dsp:nvSpPr>
      <dsp:spPr>
        <a:xfrm>
          <a:off x="103358" y="4739434"/>
          <a:ext cx="1197818" cy="637072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Onsite </a:t>
          </a:r>
          <a:r>
            <a:rPr lang="en-US" sz="1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Manager </a:t>
          </a:r>
          <a:r>
            <a:rPr lang="en-US" sz="1100" kern="1200" dirty="0"/>
            <a:t>(Name and Designation</a:t>
          </a:r>
          <a:endParaRPr lang="en-US" sz="11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sp:txBody>
      <dsp:txXfrm>
        <a:off x="122017" y="4758093"/>
        <a:ext cx="1160500" cy="599754"/>
      </dsp:txXfrm>
    </dsp:sp>
    <dsp:sp modelId="{9CA7EF21-A329-43A0-98B1-372208E4A44E}">
      <dsp:nvSpPr>
        <dsp:cNvPr id="0" name=""/>
        <dsp:cNvSpPr/>
      </dsp:nvSpPr>
      <dsp:spPr>
        <a:xfrm>
          <a:off x="719" y="5548715"/>
          <a:ext cx="1196649" cy="636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86F5D-A986-46F9-BA1B-22C3B6205652}">
      <dsp:nvSpPr>
        <dsp:cNvPr id="0" name=""/>
        <dsp:cNvSpPr/>
      </dsp:nvSpPr>
      <dsp:spPr>
        <a:xfrm>
          <a:off x="103892" y="5646729"/>
          <a:ext cx="1196649" cy="636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Employee Name (Name and Designation</a:t>
          </a:r>
        </a:p>
      </dsp:txBody>
      <dsp:txXfrm>
        <a:off x="122533" y="5665370"/>
        <a:ext cx="1159367" cy="599168"/>
      </dsp:txXfrm>
    </dsp:sp>
    <dsp:sp modelId="{A472AEB6-DA05-4B84-97A5-2AA87235564B}">
      <dsp:nvSpPr>
        <dsp:cNvPr id="0" name=""/>
        <dsp:cNvSpPr/>
      </dsp:nvSpPr>
      <dsp:spPr>
        <a:xfrm>
          <a:off x="1404450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9DB22-D75B-48C1-8A80-BDE51AE83212}">
      <dsp:nvSpPr>
        <dsp:cNvPr id="0" name=""/>
        <dsp:cNvSpPr/>
      </dsp:nvSpPr>
      <dsp:spPr>
        <a:xfrm>
          <a:off x="1507724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1526383" y="2943310"/>
        <a:ext cx="1160500" cy="599754"/>
      </dsp:txXfrm>
    </dsp:sp>
    <dsp:sp modelId="{142BDDBB-AE04-4B43-A887-A178454B3FB1}">
      <dsp:nvSpPr>
        <dsp:cNvPr id="0" name=""/>
        <dsp:cNvSpPr/>
      </dsp:nvSpPr>
      <dsp:spPr>
        <a:xfrm>
          <a:off x="3511000" y="1919149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EE632-B66D-4E22-8395-E7191E52AB8B}">
      <dsp:nvSpPr>
        <dsp:cNvPr id="0" name=""/>
        <dsp:cNvSpPr/>
      </dsp:nvSpPr>
      <dsp:spPr>
        <a:xfrm>
          <a:off x="3614274" y="2017259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L1 Head (Name and Designation)</a:t>
          </a:r>
        </a:p>
      </dsp:txBody>
      <dsp:txXfrm>
        <a:off x="3632933" y="2035918"/>
        <a:ext cx="1160500" cy="599754"/>
      </dsp:txXfrm>
    </dsp:sp>
    <dsp:sp modelId="{0C35CC85-6127-4D7F-A26C-E9DB4FD4551A}">
      <dsp:nvSpPr>
        <dsp:cNvPr id="0" name=""/>
        <dsp:cNvSpPr/>
      </dsp:nvSpPr>
      <dsp:spPr>
        <a:xfrm>
          <a:off x="2808817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D0240-E997-4E5F-B964-BD2ADF2B3CCD}">
      <dsp:nvSpPr>
        <dsp:cNvPr id="0" name=""/>
        <dsp:cNvSpPr/>
      </dsp:nvSpPr>
      <dsp:spPr>
        <a:xfrm>
          <a:off x="2912091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2930750" y="2943310"/>
        <a:ext cx="1160500" cy="599754"/>
      </dsp:txXfrm>
    </dsp:sp>
    <dsp:sp modelId="{92C1B7CB-77D2-477F-AAD6-F9E3E7E50B1D}">
      <dsp:nvSpPr>
        <dsp:cNvPr id="0" name=""/>
        <dsp:cNvSpPr/>
      </dsp:nvSpPr>
      <dsp:spPr>
        <a:xfrm>
          <a:off x="4213183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73930-A121-4FF0-99D7-0412CEF5937F}">
      <dsp:nvSpPr>
        <dsp:cNvPr id="0" name=""/>
        <dsp:cNvSpPr/>
      </dsp:nvSpPr>
      <dsp:spPr>
        <a:xfrm>
          <a:off x="4316457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4335116" y="2943310"/>
        <a:ext cx="1160500" cy="599754"/>
      </dsp:txXfrm>
    </dsp:sp>
    <dsp:sp modelId="{650F2082-81AF-4C53-A2B4-29FEA4785E1E}">
      <dsp:nvSpPr>
        <dsp:cNvPr id="0" name=""/>
        <dsp:cNvSpPr/>
      </dsp:nvSpPr>
      <dsp:spPr>
        <a:xfrm>
          <a:off x="6319733" y="1919149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66060-B833-4F22-B043-F9BB203A21DF}">
      <dsp:nvSpPr>
        <dsp:cNvPr id="0" name=""/>
        <dsp:cNvSpPr/>
      </dsp:nvSpPr>
      <dsp:spPr>
        <a:xfrm>
          <a:off x="6423007" y="2017259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L1 Head (Name and Designation)</a:t>
          </a:r>
        </a:p>
      </dsp:txBody>
      <dsp:txXfrm>
        <a:off x="6441666" y="2035918"/>
        <a:ext cx="1160500" cy="599754"/>
      </dsp:txXfrm>
    </dsp:sp>
    <dsp:sp modelId="{06FA2F93-D1A8-40DD-8F66-AF4C785C6F9F}">
      <dsp:nvSpPr>
        <dsp:cNvPr id="0" name=""/>
        <dsp:cNvSpPr/>
      </dsp:nvSpPr>
      <dsp:spPr>
        <a:xfrm>
          <a:off x="5617550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5382B-31BD-41C6-A634-2217F79F085A}">
      <dsp:nvSpPr>
        <dsp:cNvPr id="0" name=""/>
        <dsp:cNvSpPr/>
      </dsp:nvSpPr>
      <dsp:spPr>
        <a:xfrm>
          <a:off x="5720824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5739483" y="2943310"/>
        <a:ext cx="1160500" cy="599754"/>
      </dsp:txXfrm>
    </dsp:sp>
    <dsp:sp modelId="{176D8D41-B84E-49C9-BFC4-7A89C0DE8A50}">
      <dsp:nvSpPr>
        <dsp:cNvPr id="0" name=""/>
        <dsp:cNvSpPr/>
      </dsp:nvSpPr>
      <dsp:spPr>
        <a:xfrm>
          <a:off x="7021916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4770B-663E-48BA-B98E-2DF740230E1C}">
      <dsp:nvSpPr>
        <dsp:cNvPr id="0" name=""/>
        <dsp:cNvSpPr/>
      </dsp:nvSpPr>
      <dsp:spPr>
        <a:xfrm>
          <a:off x="7125190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7143849" y="2943310"/>
        <a:ext cx="1160500" cy="599754"/>
      </dsp:txXfrm>
    </dsp:sp>
    <dsp:sp modelId="{2E54FC2C-A28D-4992-9A6C-B80CBEE42517}">
      <dsp:nvSpPr>
        <dsp:cNvPr id="0" name=""/>
        <dsp:cNvSpPr/>
      </dsp:nvSpPr>
      <dsp:spPr>
        <a:xfrm>
          <a:off x="9128466" y="1919149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D808A-04D1-4E05-9D79-BB2AF52236F3}">
      <dsp:nvSpPr>
        <dsp:cNvPr id="0" name=""/>
        <dsp:cNvSpPr/>
      </dsp:nvSpPr>
      <dsp:spPr>
        <a:xfrm>
          <a:off x="9231740" y="2017259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L1 Head (Name and Designation)</a:t>
          </a:r>
        </a:p>
      </dsp:txBody>
      <dsp:txXfrm>
        <a:off x="9250399" y="2035918"/>
        <a:ext cx="1160500" cy="599754"/>
      </dsp:txXfrm>
    </dsp:sp>
    <dsp:sp modelId="{60153C8C-E26E-438E-A299-ABB621C222CB}">
      <dsp:nvSpPr>
        <dsp:cNvPr id="0" name=""/>
        <dsp:cNvSpPr/>
      </dsp:nvSpPr>
      <dsp:spPr>
        <a:xfrm>
          <a:off x="8418280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1E2CC-0E74-463D-A7C0-9D39BFD7C910}">
      <dsp:nvSpPr>
        <dsp:cNvPr id="0" name=""/>
        <dsp:cNvSpPr/>
      </dsp:nvSpPr>
      <dsp:spPr>
        <a:xfrm>
          <a:off x="8521554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8540213" y="2943310"/>
        <a:ext cx="1160500" cy="599754"/>
      </dsp:txXfrm>
    </dsp:sp>
    <dsp:sp modelId="{0E551953-02F9-4807-9997-F93C24617995}">
      <dsp:nvSpPr>
        <dsp:cNvPr id="0" name=""/>
        <dsp:cNvSpPr/>
      </dsp:nvSpPr>
      <dsp:spPr>
        <a:xfrm>
          <a:off x="9830649" y="2826541"/>
          <a:ext cx="1197818" cy="63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EBDA7-1F9F-4618-974A-F8F5053D5B80}">
      <dsp:nvSpPr>
        <dsp:cNvPr id="0" name=""/>
        <dsp:cNvSpPr/>
      </dsp:nvSpPr>
      <dsp:spPr>
        <a:xfrm>
          <a:off x="9933923" y="2924651"/>
          <a:ext cx="1197818" cy="637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L2 Head (Name and Designation)</a:t>
          </a:r>
        </a:p>
      </dsp:txBody>
      <dsp:txXfrm>
        <a:off x="9952582" y="2943310"/>
        <a:ext cx="1160500" cy="599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A092-5812-473D-A12C-2FAD8512D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E480B-D02A-4925-B1F8-BEAA0779A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27254-612C-41B8-9689-6394CB73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AE8B7-A46B-4EE8-91C0-F51414A9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945C9-C17F-4AAC-854E-12F0C501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0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96CE-B7D9-4290-946C-0B57A4F0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F5751-078F-4244-84BD-27FE4AC40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E333-EC85-472B-9B54-7F6DA2D4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E101-0B92-4521-ACEB-81A4E958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8F6CD-3404-4CE5-8158-949D23F1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35E9-7B15-477F-A517-40FF92D7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421C3-5A95-4BF7-A5C7-5ECD7DE5A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D089-2550-4632-B625-B8EAB8BD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26943-446C-4BCC-9174-62F54A48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FF150-DD23-4729-B497-08D9863D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1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F6C19-A41A-4EA9-A9F3-B7F496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E736-C2F5-4AC8-A378-CA4B3A8DE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422D2-4262-43F3-B6B6-34E3EDCC0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FB07C-BF72-48A8-AD03-CDB984A60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A0F3F-F35B-441E-964A-3DC4BDB0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37FA9-196A-4EF3-A725-87596053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7442-AAE1-4314-8151-6D119C51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368D4-D7B2-43BE-A9A0-7BB6CBE71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D1FE9-C302-4E96-AFD2-69425435C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8A1C0-0343-4C6C-A4F3-78FFD4B67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7410C-63AF-4517-81D6-449A313E7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DB7C7F-42C9-4B89-9405-0F5683E2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30025-30B3-4E90-B077-F8CC7015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1861A-8B34-46DE-B96B-DCCC7876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0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DF69-86B2-41CD-90B3-1555C6D7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569C1-DD86-4A2C-942D-53CEE0CA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56D24-58AC-4B6D-A7E0-455F6405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413D1-0389-405E-8F31-DDB5B307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1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6026F-7D78-4FEE-A48B-8F94A45B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E9BE9-4443-445E-9AA8-3C3F6A20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F3F7D-FE50-4063-8BB3-ECE1384A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3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131B-2651-49FA-A7AA-DFD802C6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5B78-2055-45DF-BA7B-5A1A2E417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CD689-BF95-4C65-82DE-48E2CA8FB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C6E20-5B56-4AA9-B6B9-93AD9A61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33FA4-F69F-4AE9-8DEF-9525A07E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80B2E-5E4A-4383-A2DA-C0B61036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1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0479-13B9-4945-8930-E15DE17B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CE904-F269-43C7-A794-05FA5B6EF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0D1E-E0A2-4117-B712-06310C0F8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CBD4D-10B9-4418-B34F-DCB759FD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326B5-2C4C-4D5B-8032-17E8A4FE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76D73-B6F4-4C0E-B091-9F2D73DF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7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669E-9255-4F55-98DE-D761827D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BEE5E-B1AE-416D-8D5A-04859120F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84688-A758-4DF1-A1CD-CE374BAC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99733-BF66-4A3D-BC13-96EDC653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CD473-2B4E-4289-8FA8-87F31B91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5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23304-6D4A-4238-9F74-E8407EAE7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C80DC-A2C3-4662-B698-272258B2A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A935E-C49F-40E1-8B7E-62A38821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93A51-18DF-471F-A7CF-B9F01DFD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01AD-4AB4-4E31-9014-D31EF060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7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43CFF-AD87-4102-A013-D9DCE59C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62149-D263-4D9F-A9C3-3012A4681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70BF-E511-4A30-AD3B-F12C056B1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B65B9-902A-48F0-81C5-A5D81C1623F8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CFB9-079A-45D8-8026-55D3656E1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8081-6693-47C5-B609-D8F77C320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1750D-C06B-4AAF-A279-337B79302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4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F044D19-4CB7-4CEB-8DC9-198AB20F3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7378943"/>
              </p:ext>
            </p:extLst>
          </p:nvPr>
        </p:nvGraphicFramePr>
        <p:xfrm>
          <a:off x="569843" y="251791"/>
          <a:ext cx="11131827" cy="6387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57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75C1570BBEC744B61D53671AAA79C8" ma:contentTypeVersion="13" ma:contentTypeDescription="Create a new document." ma:contentTypeScope="" ma:versionID="f9c41f82b93e31c06d747d97cec80211">
  <xsd:schema xmlns:xsd="http://www.w3.org/2001/XMLSchema" xmlns:xs="http://www.w3.org/2001/XMLSchema" xmlns:p="http://schemas.microsoft.com/office/2006/metadata/properties" xmlns:ns3="81c66287-0ca7-4e6d-ac8b-e62baadba39a" xmlns:ns4="a5a24d73-d81b-4939-9a41-fc6521bd2d14" targetNamespace="http://schemas.microsoft.com/office/2006/metadata/properties" ma:root="true" ma:fieldsID="fc93e52241f1b57cbf79147f889a1ce1" ns3:_="" ns4:_="">
    <xsd:import namespace="81c66287-0ca7-4e6d-ac8b-e62baadba39a"/>
    <xsd:import namespace="a5a24d73-d81b-4939-9a41-fc6521bd2d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66287-0ca7-4e6d-ac8b-e62baadba3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a24d73-d81b-4939-9a41-fc6521bd2d1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FA1CC6-FC1A-46BA-9BB4-CBE8F346DB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c66287-0ca7-4e6d-ac8b-e62baadba39a"/>
    <ds:schemaRef ds:uri="a5a24d73-d81b-4939-9a41-fc6521bd2d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225B1F-7408-4E90-9E07-1CB1EDD315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CD1604-2E67-43B9-9698-E97D3C7271D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Vijayakannan K</dc:creator>
  <cp:lastModifiedBy>Vijayakannan K</cp:lastModifiedBy>
  <cp:revision>1</cp:revision>
  <dcterms:created xsi:type="dcterms:W3CDTF">2020-04-02T11:29:29Z</dcterms:created>
  <dcterms:modified xsi:type="dcterms:W3CDTF">2020-04-02T11:31:04Z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539f15cb-53eb-47c7-bb66-a2238a776a36</vt:lpwstr>
  </property>
  <property fmtid="{D5CDD505-2E9C-101B-9397-08002B2CF9AE}" pid="3" name="HCLClassification">
    <vt:lpwstr>HCL_Cla5s_1nt3rnal</vt:lpwstr>
  </property>
  <property fmtid="{D5CDD505-2E9C-101B-9397-08002B2CF9AE}" pid="4" name="HCL_Cla5s_D6">
    <vt:lpwstr>False</vt:lpwstr>
  </property>
  <property fmtid="{D5CDD505-2E9C-101B-9397-08002B2CF9AE}" pid="5" name="ContentTypeId">
    <vt:lpwstr>0x010100E475C1570BBEC744B61D53671AAA79C8</vt:lpwstr>
  </property>
</Properties>
</file>